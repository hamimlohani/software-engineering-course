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handoutMasterIdLst>
    <p:handoutMasterId r:id="rId32"/>
  </p:handoutMasterIdLst>
  <p:sldIdLst>
    <p:sldId id="256" r:id="rId5"/>
    <p:sldId id="270" r:id="rId6"/>
    <p:sldId id="271" r:id="rId7"/>
    <p:sldId id="272" r:id="rId8"/>
    <p:sldId id="273" r:id="rId9"/>
    <p:sldId id="274" r:id="rId10"/>
    <p:sldId id="275" r:id="rId11"/>
    <p:sldId id="278" r:id="rId12"/>
    <p:sldId id="276" r:id="rId13"/>
    <p:sldId id="257" r:id="rId14"/>
    <p:sldId id="277" r:id="rId15"/>
    <p:sldId id="279" r:id="rId16"/>
    <p:sldId id="281" r:id="rId17"/>
    <p:sldId id="282" r:id="rId18"/>
    <p:sldId id="283" r:id="rId19"/>
    <p:sldId id="284" r:id="rId20"/>
    <p:sldId id="291" r:id="rId21"/>
    <p:sldId id="292" r:id="rId22"/>
    <p:sldId id="293" r:id="rId23"/>
    <p:sldId id="294" r:id="rId24"/>
    <p:sldId id="285" r:id="rId25"/>
    <p:sldId id="286" r:id="rId26"/>
    <p:sldId id="287" r:id="rId27"/>
    <p:sldId id="288" r:id="rId28"/>
    <p:sldId id="289" r:id="rId29"/>
    <p:sldId id="290" r:id="rId30"/>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5274" autoAdjust="0"/>
  </p:normalViewPr>
  <p:slideViewPr>
    <p:cSldViewPr>
      <p:cViewPr varScale="1">
        <p:scale>
          <a:sx n="85" d="100"/>
          <a:sy n="85" d="100"/>
        </p:scale>
        <p:origin x="499" y="62"/>
      </p:cViewPr>
      <p:guideLst>
        <p:guide pos="3839"/>
        <p:guide orient="horz" pos="2160"/>
      </p:guideLst>
    </p:cSldViewPr>
  </p:slideViewPr>
  <p:notesTextViewPr>
    <p:cViewPr>
      <p:scale>
        <a:sx n="1" d="1"/>
        <a:sy n="1" d="1"/>
      </p:scale>
      <p:origin x="0" y="0"/>
    </p:cViewPr>
  </p:notesTextViewPr>
  <p:notesViewPr>
    <p:cSldViewPr showGuides="1">
      <p:cViewPr varScale="1">
        <p:scale>
          <a:sx n="52" d="100"/>
          <a:sy n="52" d="100"/>
        </p:scale>
        <p:origin x="2664" y="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F55DA4-B17A-48B7-B287-6FF49597AAA4}" type="doc">
      <dgm:prSet loTypeId="urn:microsoft.com/office/officeart/2005/8/layout/cycle6" loCatId="cycle" qsTypeId="urn:microsoft.com/office/officeart/2005/8/quickstyle/3d2#1" qsCatId="3D" csTypeId="urn:microsoft.com/office/officeart/2005/8/colors/colorful4" csCatId="colorful" phldr="1"/>
      <dgm:spPr/>
      <dgm:t>
        <a:bodyPr/>
        <a:lstStyle/>
        <a:p>
          <a:endParaRPr lang="en-US"/>
        </a:p>
      </dgm:t>
    </dgm:pt>
    <dgm:pt modelId="{232386B5-0B0B-437D-8E8D-9DCFEACC870B}">
      <dgm:prSet phldrT="[Text]"/>
      <dgm:spPr/>
      <dgm:t>
        <a:bodyPr/>
        <a:lstStyle/>
        <a:p>
          <a:r>
            <a:rPr lang="en-US" dirty="0"/>
            <a:t>Instable Governments</a:t>
          </a:r>
        </a:p>
      </dgm:t>
    </dgm:pt>
    <dgm:pt modelId="{433D8A2E-6D47-44AE-9FB1-186B3B56A00A}" type="parTrans" cxnId="{D4CC3499-E49E-4190-A92C-22DFA483D366}">
      <dgm:prSet/>
      <dgm:spPr/>
      <dgm:t>
        <a:bodyPr/>
        <a:lstStyle/>
        <a:p>
          <a:endParaRPr lang="en-US"/>
        </a:p>
      </dgm:t>
    </dgm:pt>
    <dgm:pt modelId="{CE1B28B9-CCAF-45E4-A409-E49BCE1DEEF3}" type="sibTrans" cxnId="{D4CC3499-E49E-4190-A92C-22DFA483D366}">
      <dgm:prSet/>
      <dgm:spPr/>
      <dgm:t>
        <a:bodyPr/>
        <a:lstStyle/>
        <a:p>
          <a:endParaRPr lang="en-US"/>
        </a:p>
      </dgm:t>
    </dgm:pt>
    <dgm:pt modelId="{B9AD675D-1EC6-4917-9810-C9FBA361C4AB}">
      <dgm:prSet phldrT="[Text]"/>
      <dgm:spPr/>
      <dgm:t>
        <a:bodyPr/>
        <a:lstStyle/>
        <a:p>
          <a:r>
            <a:rPr lang="en-US" dirty="0"/>
            <a:t>Political Instability</a:t>
          </a:r>
        </a:p>
      </dgm:t>
    </dgm:pt>
    <dgm:pt modelId="{A27F7B86-CBC6-45D9-95AB-0EB8BCFDFAE5}" type="parTrans" cxnId="{88AF7EE6-FB0B-410B-BF85-FEE8D1E49241}">
      <dgm:prSet/>
      <dgm:spPr/>
      <dgm:t>
        <a:bodyPr/>
        <a:lstStyle/>
        <a:p>
          <a:endParaRPr lang="en-US"/>
        </a:p>
      </dgm:t>
    </dgm:pt>
    <dgm:pt modelId="{83EFDDA6-8C87-44F0-AA89-1198803CD7A5}" type="sibTrans" cxnId="{88AF7EE6-FB0B-410B-BF85-FEE8D1E49241}">
      <dgm:prSet/>
      <dgm:spPr/>
      <dgm:t>
        <a:bodyPr/>
        <a:lstStyle/>
        <a:p>
          <a:endParaRPr lang="en-US"/>
        </a:p>
      </dgm:t>
    </dgm:pt>
    <dgm:pt modelId="{24E1DC7C-AEF8-4418-909D-A69541B8D028}">
      <dgm:prSet phldrT="[Text]"/>
      <dgm:spPr/>
      <dgm:t>
        <a:bodyPr/>
        <a:lstStyle/>
        <a:p>
          <a:r>
            <a:rPr lang="en-US" dirty="0" err="1"/>
            <a:t>Slowth</a:t>
          </a:r>
          <a:r>
            <a:rPr lang="en-US" dirty="0"/>
            <a:t>  Economy</a:t>
          </a:r>
        </a:p>
      </dgm:t>
    </dgm:pt>
    <dgm:pt modelId="{43951691-42D7-4D71-AC14-65AD728FDACD}" type="parTrans" cxnId="{99CADD46-AC14-480E-B7D5-B2945191FDA8}">
      <dgm:prSet/>
      <dgm:spPr/>
      <dgm:t>
        <a:bodyPr/>
        <a:lstStyle/>
        <a:p>
          <a:endParaRPr lang="en-US"/>
        </a:p>
      </dgm:t>
    </dgm:pt>
    <dgm:pt modelId="{202A5424-117D-4B5B-B957-B3DC15A99CE0}" type="sibTrans" cxnId="{99CADD46-AC14-480E-B7D5-B2945191FDA8}">
      <dgm:prSet/>
      <dgm:spPr/>
      <dgm:t>
        <a:bodyPr/>
        <a:lstStyle/>
        <a:p>
          <a:endParaRPr lang="en-US"/>
        </a:p>
      </dgm:t>
    </dgm:pt>
    <dgm:pt modelId="{96CB13B1-0F73-418E-AE37-EEE02C553A46}">
      <dgm:prSet phldrT="[Text]"/>
      <dgm:spPr/>
      <dgm:t>
        <a:bodyPr/>
        <a:lstStyle/>
        <a:p>
          <a:r>
            <a:rPr lang="en-US" dirty="0" err="1"/>
            <a:t>Ineffectivity</a:t>
          </a:r>
          <a:r>
            <a:rPr lang="en-US" dirty="0"/>
            <a:t> of the Constitution</a:t>
          </a:r>
        </a:p>
      </dgm:t>
    </dgm:pt>
    <dgm:pt modelId="{B290E996-0783-4487-9366-232F7B4A633D}" type="parTrans" cxnId="{ECE97831-D5C9-4A85-8FAE-1EAB5021CC24}">
      <dgm:prSet/>
      <dgm:spPr/>
      <dgm:t>
        <a:bodyPr/>
        <a:lstStyle/>
        <a:p>
          <a:endParaRPr lang="en-US"/>
        </a:p>
      </dgm:t>
    </dgm:pt>
    <dgm:pt modelId="{116B48EF-71CB-4149-BD82-DCFC4CF62FCF}" type="sibTrans" cxnId="{ECE97831-D5C9-4A85-8FAE-1EAB5021CC24}">
      <dgm:prSet/>
      <dgm:spPr/>
      <dgm:t>
        <a:bodyPr/>
        <a:lstStyle/>
        <a:p>
          <a:endParaRPr lang="en-US"/>
        </a:p>
      </dgm:t>
    </dgm:pt>
    <dgm:pt modelId="{A8D1BCEE-CF0E-464A-94F1-ED636F848A1D}">
      <dgm:prSet phldrT="[Text]"/>
      <dgm:spPr/>
      <dgm:t>
        <a:bodyPr/>
        <a:lstStyle/>
        <a:p>
          <a:r>
            <a:rPr lang="en-US" b="0" i="0" dirty="0" err="1"/>
            <a:t>Misgovernance</a:t>
          </a:r>
          <a:r>
            <a:rPr lang="en-US" b="0" i="0" dirty="0"/>
            <a:t> and public corruption</a:t>
          </a:r>
          <a:endParaRPr lang="en-US" dirty="0"/>
        </a:p>
      </dgm:t>
    </dgm:pt>
    <dgm:pt modelId="{30C20219-3D80-4D6E-A288-11F0408E7A45}" type="parTrans" cxnId="{E5F1BC5C-E7C2-4DE9-B211-E71047E05DB9}">
      <dgm:prSet/>
      <dgm:spPr/>
      <dgm:t>
        <a:bodyPr/>
        <a:lstStyle/>
        <a:p>
          <a:endParaRPr lang="en-US"/>
        </a:p>
      </dgm:t>
    </dgm:pt>
    <dgm:pt modelId="{DE06D748-BE8E-473A-B3DF-FDDBDE5FD19D}" type="sibTrans" cxnId="{E5F1BC5C-E7C2-4DE9-B211-E71047E05DB9}">
      <dgm:prSet/>
      <dgm:spPr/>
      <dgm:t>
        <a:bodyPr/>
        <a:lstStyle/>
        <a:p>
          <a:endParaRPr lang="en-US"/>
        </a:p>
      </dgm:t>
    </dgm:pt>
    <dgm:pt modelId="{3FED867D-28DE-469F-85D1-3CFD6191051D}" type="pres">
      <dgm:prSet presAssocID="{58F55DA4-B17A-48B7-B287-6FF49597AAA4}" presName="cycle" presStyleCnt="0">
        <dgm:presLayoutVars>
          <dgm:dir/>
          <dgm:resizeHandles val="exact"/>
        </dgm:presLayoutVars>
      </dgm:prSet>
      <dgm:spPr/>
    </dgm:pt>
    <dgm:pt modelId="{EC940D54-EFE1-4038-8C78-6031604027B0}" type="pres">
      <dgm:prSet presAssocID="{232386B5-0B0B-437D-8E8D-9DCFEACC870B}" presName="node" presStyleLbl="node1" presStyleIdx="0" presStyleCnt="5">
        <dgm:presLayoutVars>
          <dgm:bulletEnabled val="1"/>
        </dgm:presLayoutVars>
      </dgm:prSet>
      <dgm:spPr/>
    </dgm:pt>
    <dgm:pt modelId="{C7E42B6E-7D85-4317-860F-0362BE851E67}" type="pres">
      <dgm:prSet presAssocID="{232386B5-0B0B-437D-8E8D-9DCFEACC870B}" presName="spNode" presStyleCnt="0"/>
      <dgm:spPr/>
    </dgm:pt>
    <dgm:pt modelId="{02A15820-F69F-41CE-8C5C-4B9D4D88C786}" type="pres">
      <dgm:prSet presAssocID="{CE1B28B9-CCAF-45E4-A409-E49BCE1DEEF3}" presName="sibTrans" presStyleLbl="sibTrans1D1" presStyleIdx="0" presStyleCnt="5"/>
      <dgm:spPr/>
    </dgm:pt>
    <dgm:pt modelId="{09150120-562F-4881-AD0C-18D18273E2A0}" type="pres">
      <dgm:prSet presAssocID="{B9AD675D-1EC6-4917-9810-C9FBA361C4AB}" presName="node" presStyleLbl="node1" presStyleIdx="1" presStyleCnt="5" custScaleX="156840">
        <dgm:presLayoutVars>
          <dgm:bulletEnabled val="1"/>
        </dgm:presLayoutVars>
      </dgm:prSet>
      <dgm:spPr/>
    </dgm:pt>
    <dgm:pt modelId="{AFBCBAE9-D60A-4504-AB9E-F4DA5002EA7F}" type="pres">
      <dgm:prSet presAssocID="{B9AD675D-1EC6-4917-9810-C9FBA361C4AB}" presName="spNode" presStyleCnt="0"/>
      <dgm:spPr/>
    </dgm:pt>
    <dgm:pt modelId="{39C84A7A-4364-472F-A4E0-A28FE8F3CA29}" type="pres">
      <dgm:prSet presAssocID="{83EFDDA6-8C87-44F0-AA89-1198803CD7A5}" presName="sibTrans" presStyleLbl="sibTrans1D1" presStyleIdx="1" presStyleCnt="5"/>
      <dgm:spPr/>
    </dgm:pt>
    <dgm:pt modelId="{C0E89657-117E-4BBE-B786-23CC6CF8818D}" type="pres">
      <dgm:prSet presAssocID="{24E1DC7C-AEF8-4418-909D-A69541B8D028}" presName="node" presStyleLbl="node1" presStyleIdx="2" presStyleCnt="5">
        <dgm:presLayoutVars>
          <dgm:bulletEnabled val="1"/>
        </dgm:presLayoutVars>
      </dgm:prSet>
      <dgm:spPr/>
    </dgm:pt>
    <dgm:pt modelId="{FE0EDFDD-CF75-487B-A006-490B9020C4B6}" type="pres">
      <dgm:prSet presAssocID="{24E1DC7C-AEF8-4418-909D-A69541B8D028}" presName="spNode" presStyleCnt="0"/>
      <dgm:spPr/>
    </dgm:pt>
    <dgm:pt modelId="{BFD33AF2-9A23-44D8-A43D-B697A978FACE}" type="pres">
      <dgm:prSet presAssocID="{202A5424-117D-4B5B-B957-B3DC15A99CE0}" presName="sibTrans" presStyleLbl="sibTrans1D1" presStyleIdx="2" presStyleCnt="5"/>
      <dgm:spPr/>
    </dgm:pt>
    <dgm:pt modelId="{D6C846BA-8FEA-46D0-972B-4C2CB4B72A6F}" type="pres">
      <dgm:prSet presAssocID="{96CB13B1-0F73-418E-AE37-EEE02C553A46}" presName="node" presStyleLbl="node1" presStyleIdx="3" presStyleCnt="5">
        <dgm:presLayoutVars>
          <dgm:bulletEnabled val="1"/>
        </dgm:presLayoutVars>
      </dgm:prSet>
      <dgm:spPr/>
    </dgm:pt>
    <dgm:pt modelId="{FFCAEF9B-F241-4A6C-A543-062FCC73DE51}" type="pres">
      <dgm:prSet presAssocID="{96CB13B1-0F73-418E-AE37-EEE02C553A46}" presName="spNode" presStyleCnt="0"/>
      <dgm:spPr/>
    </dgm:pt>
    <dgm:pt modelId="{A6DC1E1E-A4A2-4B0E-BCE5-81559A20282D}" type="pres">
      <dgm:prSet presAssocID="{116B48EF-71CB-4149-BD82-DCFC4CF62FCF}" presName="sibTrans" presStyleLbl="sibTrans1D1" presStyleIdx="3" presStyleCnt="5"/>
      <dgm:spPr/>
    </dgm:pt>
    <dgm:pt modelId="{6BF62829-803D-4D82-B41E-0CDD6D5CF8C2}" type="pres">
      <dgm:prSet presAssocID="{A8D1BCEE-CF0E-464A-94F1-ED636F848A1D}" presName="node" presStyleLbl="node1" presStyleIdx="4" presStyleCnt="5" custScaleX="150919">
        <dgm:presLayoutVars>
          <dgm:bulletEnabled val="1"/>
        </dgm:presLayoutVars>
      </dgm:prSet>
      <dgm:spPr/>
    </dgm:pt>
    <dgm:pt modelId="{6E29163E-CE48-48CC-8C34-6B4335BC9796}" type="pres">
      <dgm:prSet presAssocID="{A8D1BCEE-CF0E-464A-94F1-ED636F848A1D}" presName="spNode" presStyleCnt="0"/>
      <dgm:spPr/>
    </dgm:pt>
    <dgm:pt modelId="{B178765F-1247-4DA5-A549-F10FC85C40E8}" type="pres">
      <dgm:prSet presAssocID="{DE06D748-BE8E-473A-B3DF-FDDBDE5FD19D}" presName="sibTrans" presStyleLbl="sibTrans1D1" presStyleIdx="4" presStyleCnt="5"/>
      <dgm:spPr/>
    </dgm:pt>
  </dgm:ptLst>
  <dgm:cxnLst>
    <dgm:cxn modelId="{A7225603-4BB2-475C-8537-AE5B744F426E}" type="presOf" srcId="{A8D1BCEE-CF0E-464A-94F1-ED636F848A1D}" destId="{6BF62829-803D-4D82-B41E-0CDD6D5CF8C2}" srcOrd="0" destOrd="0" presId="urn:microsoft.com/office/officeart/2005/8/layout/cycle6"/>
    <dgm:cxn modelId="{189CE914-3077-415A-99FB-19AC0D754DC8}" type="presOf" srcId="{232386B5-0B0B-437D-8E8D-9DCFEACC870B}" destId="{EC940D54-EFE1-4038-8C78-6031604027B0}" srcOrd="0" destOrd="0" presId="urn:microsoft.com/office/officeart/2005/8/layout/cycle6"/>
    <dgm:cxn modelId="{D9AB3D1D-DDF3-49A0-9F20-253ECD87C1BC}" type="presOf" srcId="{CE1B28B9-CCAF-45E4-A409-E49BCE1DEEF3}" destId="{02A15820-F69F-41CE-8C5C-4B9D4D88C786}" srcOrd="0" destOrd="0" presId="urn:microsoft.com/office/officeart/2005/8/layout/cycle6"/>
    <dgm:cxn modelId="{1C28972C-C398-45B3-AF9C-43DDFA8507F0}" type="presOf" srcId="{58F55DA4-B17A-48B7-B287-6FF49597AAA4}" destId="{3FED867D-28DE-469F-85D1-3CFD6191051D}" srcOrd="0" destOrd="0" presId="urn:microsoft.com/office/officeart/2005/8/layout/cycle6"/>
    <dgm:cxn modelId="{ECE97831-D5C9-4A85-8FAE-1EAB5021CC24}" srcId="{58F55DA4-B17A-48B7-B287-6FF49597AAA4}" destId="{96CB13B1-0F73-418E-AE37-EEE02C553A46}" srcOrd="3" destOrd="0" parTransId="{B290E996-0783-4487-9366-232F7B4A633D}" sibTransId="{116B48EF-71CB-4149-BD82-DCFC4CF62FCF}"/>
    <dgm:cxn modelId="{2E175B3E-4B39-4A3A-A6C1-9B91D7129857}" type="presOf" srcId="{DE06D748-BE8E-473A-B3DF-FDDBDE5FD19D}" destId="{B178765F-1247-4DA5-A549-F10FC85C40E8}" srcOrd="0" destOrd="0" presId="urn:microsoft.com/office/officeart/2005/8/layout/cycle6"/>
    <dgm:cxn modelId="{E5F1BC5C-E7C2-4DE9-B211-E71047E05DB9}" srcId="{58F55DA4-B17A-48B7-B287-6FF49597AAA4}" destId="{A8D1BCEE-CF0E-464A-94F1-ED636F848A1D}" srcOrd="4" destOrd="0" parTransId="{30C20219-3D80-4D6E-A288-11F0408E7A45}" sibTransId="{DE06D748-BE8E-473A-B3DF-FDDBDE5FD19D}"/>
    <dgm:cxn modelId="{50C0BE60-623A-4913-A675-2618C8997D80}" type="presOf" srcId="{96CB13B1-0F73-418E-AE37-EEE02C553A46}" destId="{D6C846BA-8FEA-46D0-972B-4C2CB4B72A6F}" srcOrd="0" destOrd="0" presId="urn:microsoft.com/office/officeart/2005/8/layout/cycle6"/>
    <dgm:cxn modelId="{99CADD46-AC14-480E-B7D5-B2945191FDA8}" srcId="{58F55DA4-B17A-48B7-B287-6FF49597AAA4}" destId="{24E1DC7C-AEF8-4418-909D-A69541B8D028}" srcOrd="2" destOrd="0" parTransId="{43951691-42D7-4D71-AC14-65AD728FDACD}" sibTransId="{202A5424-117D-4B5B-B957-B3DC15A99CE0}"/>
    <dgm:cxn modelId="{E83C7079-C5EB-4328-88A9-BB3F2BB5867F}" type="presOf" srcId="{202A5424-117D-4B5B-B957-B3DC15A99CE0}" destId="{BFD33AF2-9A23-44D8-A43D-B697A978FACE}" srcOrd="0" destOrd="0" presId="urn:microsoft.com/office/officeart/2005/8/layout/cycle6"/>
    <dgm:cxn modelId="{D4CC3499-E49E-4190-A92C-22DFA483D366}" srcId="{58F55DA4-B17A-48B7-B287-6FF49597AAA4}" destId="{232386B5-0B0B-437D-8E8D-9DCFEACC870B}" srcOrd="0" destOrd="0" parTransId="{433D8A2E-6D47-44AE-9FB1-186B3B56A00A}" sibTransId="{CE1B28B9-CCAF-45E4-A409-E49BCE1DEEF3}"/>
    <dgm:cxn modelId="{0ECB5DBE-F07E-4E57-AB58-E0DDC16F4A5C}" type="presOf" srcId="{83EFDDA6-8C87-44F0-AA89-1198803CD7A5}" destId="{39C84A7A-4364-472F-A4E0-A28FE8F3CA29}" srcOrd="0" destOrd="0" presId="urn:microsoft.com/office/officeart/2005/8/layout/cycle6"/>
    <dgm:cxn modelId="{A29866D1-4346-472E-BAFE-0E3C41FE611B}" type="presOf" srcId="{24E1DC7C-AEF8-4418-909D-A69541B8D028}" destId="{C0E89657-117E-4BBE-B786-23CC6CF8818D}" srcOrd="0" destOrd="0" presId="urn:microsoft.com/office/officeart/2005/8/layout/cycle6"/>
    <dgm:cxn modelId="{194C0DE2-F7C4-4C27-979D-BB279CEB0894}" type="presOf" srcId="{B9AD675D-1EC6-4917-9810-C9FBA361C4AB}" destId="{09150120-562F-4881-AD0C-18D18273E2A0}" srcOrd="0" destOrd="0" presId="urn:microsoft.com/office/officeart/2005/8/layout/cycle6"/>
    <dgm:cxn modelId="{88AF7EE6-FB0B-410B-BF85-FEE8D1E49241}" srcId="{58F55DA4-B17A-48B7-B287-6FF49597AAA4}" destId="{B9AD675D-1EC6-4917-9810-C9FBA361C4AB}" srcOrd="1" destOrd="0" parTransId="{A27F7B86-CBC6-45D9-95AB-0EB8BCFDFAE5}" sibTransId="{83EFDDA6-8C87-44F0-AA89-1198803CD7A5}"/>
    <dgm:cxn modelId="{F0BBE2FA-B621-4045-8DC4-06B9E6B23F9D}" type="presOf" srcId="{116B48EF-71CB-4149-BD82-DCFC4CF62FCF}" destId="{A6DC1E1E-A4A2-4B0E-BCE5-81559A20282D}" srcOrd="0" destOrd="0" presId="urn:microsoft.com/office/officeart/2005/8/layout/cycle6"/>
    <dgm:cxn modelId="{477A57C7-357C-4705-87A9-DA14938E5A30}" type="presParOf" srcId="{3FED867D-28DE-469F-85D1-3CFD6191051D}" destId="{EC940D54-EFE1-4038-8C78-6031604027B0}" srcOrd="0" destOrd="0" presId="urn:microsoft.com/office/officeart/2005/8/layout/cycle6"/>
    <dgm:cxn modelId="{5950C444-CE84-4440-BA61-090E946DB777}" type="presParOf" srcId="{3FED867D-28DE-469F-85D1-3CFD6191051D}" destId="{C7E42B6E-7D85-4317-860F-0362BE851E67}" srcOrd="1" destOrd="0" presId="urn:microsoft.com/office/officeart/2005/8/layout/cycle6"/>
    <dgm:cxn modelId="{3A598985-4516-462A-BEB0-E382F8C30CB3}" type="presParOf" srcId="{3FED867D-28DE-469F-85D1-3CFD6191051D}" destId="{02A15820-F69F-41CE-8C5C-4B9D4D88C786}" srcOrd="2" destOrd="0" presId="urn:microsoft.com/office/officeart/2005/8/layout/cycle6"/>
    <dgm:cxn modelId="{C66CA50F-740D-4F71-9514-9104ADF023AC}" type="presParOf" srcId="{3FED867D-28DE-469F-85D1-3CFD6191051D}" destId="{09150120-562F-4881-AD0C-18D18273E2A0}" srcOrd="3" destOrd="0" presId="urn:microsoft.com/office/officeart/2005/8/layout/cycle6"/>
    <dgm:cxn modelId="{35730CC3-BA9F-4545-B7EF-04C579F134AE}" type="presParOf" srcId="{3FED867D-28DE-469F-85D1-3CFD6191051D}" destId="{AFBCBAE9-D60A-4504-AB9E-F4DA5002EA7F}" srcOrd="4" destOrd="0" presId="urn:microsoft.com/office/officeart/2005/8/layout/cycle6"/>
    <dgm:cxn modelId="{93831259-30DC-4850-BE65-02F5F006EE7A}" type="presParOf" srcId="{3FED867D-28DE-469F-85D1-3CFD6191051D}" destId="{39C84A7A-4364-472F-A4E0-A28FE8F3CA29}" srcOrd="5" destOrd="0" presId="urn:microsoft.com/office/officeart/2005/8/layout/cycle6"/>
    <dgm:cxn modelId="{85E2C107-0946-4D1E-AC27-0C32D1948C39}" type="presParOf" srcId="{3FED867D-28DE-469F-85D1-3CFD6191051D}" destId="{C0E89657-117E-4BBE-B786-23CC6CF8818D}" srcOrd="6" destOrd="0" presId="urn:microsoft.com/office/officeart/2005/8/layout/cycle6"/>
    <dgm:cxn modelId="{71ABC078-3084-4B22-9B34-A21DCCFE887C}" type="presParOf" srcId="{3FED867D-28DE-469F-85D1-3CFD6191051D}" destId="{FE0EDFDD-CF75-487B-A006-490B9020C4B6}" srcOrd="7" destOrd="0" presId="urn:microsoft.com/office/officeart/2005/8/layout/cycle6"/>
    <dgm:cxn modelId="{1ED6B97B-60C2-4554-A2F0-8BFCCBDE7E85}" type="presParOf" srcId="{3FED867D-28DE-469F-85D1-3CFD6191051D}" destId="{BFD33AF2-9A23-44D8-A43D-B697A978FACE}" srcOrd="8" destOrd="0" presId="urn:microsoft.com/office/officeart/2005/8/layout/cycle6"/>
    <dgm:cxn modelId="{2A2A6571-4B4A-43EF-A289-E94132F6DE50}" type="presParOf" srcId="{3FED867D-28DE-469F-85D1-3CFD6191051D}" destId="{D6C846BA-8FEA-46D0-972B-4C2CB4B72A6F}" srcOrd="9" destOrd="0" presId="urn:microsoft.com/office/officeart/2005/8/layout/cycle6"/>
    <dgm:cxn modelId="{6E029ABD-77B1-49DA-B1D0-1A3261C39AC2}" type="presParOf" srcId="{3FED867D-28DE-469F-85D1-3CFD6191051D}" destId="{FFCAEF9B-F241-4A6C-A543-062FCC73DE51}" srcOrd="10" destOrd="0" presId="urn:microsoft.com/office/officeart/2005/8/layout/cycle6"/>
    <dgm:cxn modelId="{B4B13D3E-5435-46C6-98E7-1AB5EC9B7920}" type="presParOf" srcId="{3FED867D-28DE-469F-85D1-3CFD6191051D}" destId="{A6DC1E1E-A4A2-4B0E-BCE5-81559A20282D}" srcOrd="11" destOrd="0" presId="urn:microsoft.com/office/officeart/2005/8/layout/cycle6"/>
    <dgm:cxn modelId="{BB1A0232-4942-43D6-83E6-EB133944C231}" type="presParOf" srcId="{3FED867D-28DE-469F-85D1-3CFD6191051D}" destId="{6BF62829-803D-4D82-B41E-0CDD6D5CF8C2}" srcOrd="12" destOrd="0" presId="urn:microsoft.com/office/officeart/2005/8/layout/cycle6"/>
    <dgm:cxn modelId="{541A7DEA-56F2-491E-B362-8F0C8E3B1239}" type="presParOf" srcId="{3FED867D-28DE-469F-85D1-3CFD6191051D}" destId="{6E29163E-CE48-48CC-8C34-6B4335BC9796}" srcOrd="13" destOrd="0" presId="urn:microsoft.com/office/officeart/2005/8/layout/cycle6"/>
    <dgm:cxn modelId="{AAB7B2B6-B6ED-4E19-AEEC-CDAB68285927}" type="presParOf" srcId="{3FED867D-28DE-469F-85D1-3CFD6191051D}" destId="{B178765F-1247-4DA5-A549-F10FC85C40E8}" srcOrd="14"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BB7A8F-CADB-4A17-9CE3-0790550D0B46}" type="doc">
      <dgm:prSet loTypeId="urn:microsoft.com/office/officeart/2005/8/layout/bProcess3" loCatId="process" qsTypeId="urn:microsoft.com/office/officeart/2005/8/quickstyle/simple1" qsCatId="simple" csTypeId="urn:microsoft.com/office/officeart/2005/8/colors/colorful1#1" csCatId="colorful" phldr="1"/>
      <dgm:spPr/>
      <dgm:t>
        <a:bodyPr/>
        <a:lstStyle/>
        <a:p>
          <a:endParaRPr lang="en-US"/>
        </a:p>
      </dgm:t>
    </dgm:pt>
    <dgm:pt modelId="{384AF8A8-9719-4FBC-9B19-A2DB668BB240}">
      <dgm:prSet phldrT="[Text]" custT="1"/>
      <dgm:spPr/>
      <dgm:t>
        <a:bodyPr/>
        <a:lstStyle/>
        <a:p>
          <a:r>
            <a:rPr lang="en-US" sz="4000" dirty="0"/>
            <a:t>Curfew</a:t>
          </a:r>
        </a:p>
      </dgm:t>
    </dgm:pt>
    <dgm:pt modelId="{6FA91E01-545A-4A32-9187-1CE35A8F3634}" type="parTrans" cxnId="{6D00BB88-F650-44F5-B4BF-DEBA6B8B3AAA}">
      <dgm:prSet/>
      <dgm:spPr/>
      <dgm:t>
        <a:bodyPr/>
        <a:lstStyle/>
        <a:p>
          <a:endParaRPr lang="en-US"/>
        </a:p>
      </dgm:t>
    </dgm:pt>
    <dgm:pt modelId="{145D58DC-4F2B-497F-B34B-8159BAAA3FE6}" type="sibTrans" cxnId="{6D00BB88-F650-44F5-B4BF-DEBA6B8B3AAA}">
      <dgm:prSet/>
      <dgm:spPr/>
      <dgm:t>
        <a:bodyPr/>
        <a:lstStyle/>
        <a:p>
          <a:endParaRPr lang="en-US"/>
        </a:p>
      </dgm:t>
    </dgm:pt>
    <dgm:pt modelId="{6BEA570B-F5C4-4A71-9421-37239AC4165F}">
      <dgm:prSet phldrT="[Text]" custT="1"/>
      <dgm:spPr/>
      <dgm:t>
        <a:bodyPr/>
        <a:lstStyle/>
        <a:p>
          <a:r>
            <a:rPr lang="en-US" sz="2800" dirty="0"/>
            <a:t>Media Blackout</a:t>
          </a:r>
        </a:p>
      </dgm:t>
    </dgm:pt>
    <dgm:pt modelId="{12BFDAAC-918E-4D8C-A081-A5518CC9BEBB}" type="parTrans" cxnId="{68B36DA7-0D85-4CCB-905B-F9EF66DEE81A}">
      <dgm:prSet/>
      <dgm:spPr/>
      <dgm:t>
        <a:bodyPr/>
        <a:lstStyle/>
        <a:p>
          <a:endParaRPr lang="en-US"/>
        </a:p>
      </dgm:t>
    </dgm:pt>
    <dgm:pt modelId="{9F0E8240-1673-46B8-962A-643020165BCB}" type="sibTrans" cxnId="{68B36DA7-0D85-4CCB-905B-F9EF66DEE81A}">
      <dgm:prSet/>
      <dgm:spPr/>
      <dgm:t>
        <a:bodyPr/>
        <a:lstStyle/>
        <a:p>
          <a:endParaRPr lang="en-US"/>
        </a:p>
      </dgm:t>
    </dgm:pt>
    <dgm:pt modelId="{6FC0ED31-F138-46CB-937D-428FA5E44437}">
      <dgm:prSet phldrT="[Text]"/>
      <dgm:spPr/>
      <dgm:t>
        <a:bodyPr/>
        <a:lstStyle/>
        <a:p>
          <a:r>
            <a:rPr lang="en-US" dirty="0"/>
            <a:t>Mass-Media Manipulation</a:t>
          </a:r>
        </a:p>
      </dgm:t>
    </dgm:pt>
    <dgm:pt modelId="{1632DF53-50E0-4A94-B933-03B2B462CCE8}" type="parTrans" cxnId="{EBF76EDC-5C94-45F9-824E-62AFD0D55E69}">
      <dgm:prSet/>
      <dgm:spPr/>
      <dgm:t>
        <a:bodyPr/>
        <a:lstStyle/>
        <a:p>
          <a:endParaRPr lang="en-US"/>
        </a:p>
      </dgm:t>
    </dgm:pt>
    <dgm:pt modelId="{94C725FE-BD06-4469-A594-A803B90242CB}" type="sibTrans" cxnId="{EBF76EDC-5C94-45F9-824E-62AFD0D55E69}">
      <dgm:prSet/>
      <dgm:spPr/>
      <dgm:t>
        <a:bodyPr/>
        <a:lstStyle/>
        <a:p>
          <a:endParaRPr lang="en-US"/>
        </a:p>
      </dgm:t>
    </dgm:pt>
    <dgm:pt modelId="{60DA699F-F656-4D92-9805-5917C86B15F9}">
      <dgm:prSet phldrT="[Text]"/>
      <dgm:spPr/>
      <dgm:t>
        <a:bodyPr/>
        <a:lstStyle/>
        <a:p>
          <a:r>
            <a:rPr lang="en-US" dirty="0"/>
            <a:t>Propaganda against Elected Politicians</a:t>
          </a:r>
        </a:p>
      </dgm:t>
    </dgm:pt>
    <dgm:pt modelId="{C9EA7FF2-B15C-4F32-801A-F24298A2B55C}" type="parTrans" cxnId="{4131BCE5-44DA-40E3-A2D9-5B717CB3A094}">
      <dgm:prSet/>
      <dgm:spPr/>
      <dgm:t>
        <a:bodyPr/>
        <a:lstStyle/>
        <a:p>
          <a:endParaRPr lang="en-US"/>
        </a:p>
      </dgm:t>
    </dgm:pt>
    <dgm:pt modelId="{F8F11FEC-22B9-4D20-92E7-ABC92B1F1090}" type="sibTrans" cxnId="{4131BCE5-44DA-40E3-A2D9-5B717CB3A094}">
      <dgm:prSet/>
      <dgm:spPr/>
      <dgm:t>
        <a:bodyPr/>
        <a:lstStyle/>
        <a:p>
          <a:endParaRPr lang="en-US"/>
        </a:p>
      </dgm:t>
    </dgm:pt>
    <dgm:pt modelId="{266882AF-3CD4-4CD4-9FEF-D46F886FDD45}">
      <dgm:prSet phldrT="[Text]"/>
      <dgm:spPr/>
      <dgm:t>
        <a:bodyPr/>
        <a:lstStyle/>
        <a:p>
          <a:r>
            <a:rPr lang="en-US" dirty="0"/>
            <a:t>Mass Incarceration of Political Workers</a:t>
          </a:r>
        </a:p>
      </dgm:t>
    </dgm:pt>
    <dgm:pt modelId="{EF13FA5F-791B-40C8-8883-FCB2C7124745}" type="parTrans" cxnId="{DDDB1E7D-78C9-4D89-A49C-1802FF0193C6}">
      <dgm:prSet/>
      <dgm:spPr/>
      <dgm:t>
        <a:bodyPr/>
        <a:lstStyle/>
        <a:p>
          <a:endParaRPr lang="en-US"/>
        </a:p>
      </dgm:t>
    </dgm:pt>
    <dgm:pt modelId="{744E9CB6-13A0-4F94-AE4A-1E24A992EC7F}" type="sibTrans" cxnId="{DDDB1E7D-78C9-4D89-A49C-1802FF0193C6}">
      <dgm:prSet/>
      <dgm:spPr/>
      <dgm:t>
        <a:bodyPr/>
        <a:lstStyle/>
        <a:p>
          <a:endParaRPr lang="en-US"/>
        </a:p>
      </dgm:t>
    </dgm:pt>
    <dgm:pt modelId="{04B2DDBE-E2AC-4F99-B7ED-DBF785A1BEAE}">
      <dgm:prSet custT="1"/>
      <dgm:spPr/>
      <dgm:t>
        <a:bodyPr/>
        <a:lstStyle/>
        <a:p>
          <a:r>
            <a:rPr lang="en-US" sz="2000" b="0" i="0" dirty="0"/>
            <a:t>Suspension of fundamental rights such as right to assembly and expression</a:t>
          </a:r>
          <a:endParaRPr lang="en-US" sz="2000" dirty="0"/>
        </a:p>
      </dgm:t>
    </dgm:pt>
    <dgm:pt modelId="{04B062B2-138F-4B2D-8647-06D15D8B811D}" type="parTrans" cxnId="{FC882AE1-BE4C-4084-9DE3-229F7A907580}">
      <dgm:prSet/>
      <dgm:spPr/>
      <dgm:t>
        <a:bodyPr/>
        <a:lstStyle/>
        <a:p>
          <a:endParaRPr lang="en-US"/>
        </a:p>
      </dgm:t>
    </dgm:pt>
    <dgm:pt modelId="{43F78F24-7E43-46CC-BDBD-541E8EFE1C16}" type="sibTrans" cxnId="{FC882AE1-BE4C-4084-9DE3-229F7A907580}">
      <dgm:prSet/>
      <dgm:spPr/>
      <dgm:t>
        <a:bodyPr/>
        <a:lstStyle/>
        <a:p>
          <a:endParaRPr lang="en-US"/>
        </a:p>
      </dgm:t>
    </dgm:pt>
    <dgm:pt modelId="{5DDCD64B-24A0-478B-8334-FA375E4270AA}" type="pres">
      <dgm:prSet presAssocID="{86BB7A8F-CADB-4A17-9CE3-0790550D0B46}" presName="Name0" presStyleCnt="0">
        <dgm:presLayoutVars>
          <dgm:dir/>
          <dgm:resizeHandles val="exact"/>
        </dgm:presLayoutVars>
      </dgm:prSet>
      <dgm:spPr/>
    </dgm:pt>
    <dgm:pt modelId="{FC99C34B-F417-443E-B266-4A9FC76C8F15}" type="pres">
      <dgm:prSet presAssocID="{384AF8A8-9719-4FBC-9B19-A2DB668BB240}" presName="node" presStyleLbl="node1" presStyleIdx="0" presStyleCnt="6" custLinFactNeighborX="-266" custLinFactNeighborY="-1157">
        <dgm:presLayoutVars>
          <dgm:bulletEnabled val="1"/>
        </dgm:presLayoutVars>
      </dgm:prSet>
      <dgm:spPr/>
    </dgm:pt>
    <dgm:pt modelId="{5E7ED06F-1FE7-4815-8A96-308E7D636A64}" type="pres">
      <dgm:prSet presAssocID="{145D58DC-4F2B-497F-B34B-8159BAAA3FE6}" presName="sibTrans" presStyleLbl="sibTrans1D1" presStyleIdx="0" presStyleCnt="5"/>
      <dgm:spPr/>
    </dgm:pt>
    <dgm:pt modelId="{66E56592-D2DA-435E-ABD4-62B75C72A3C2}" type="pres">
      <dgm:prSet presAssocID="{145D58DC-4F2B-497F-B34B-8159BAAA3FE6}" presName="connectorText" presStyleLbl="sibTrans1D1" presStyleIdx="0" presStyleCnt="5"/>
      <dgm:spPr/>
    </dgm:pt>
    <dgm:pt modelId="{91B44E5F-4045-480A-9C69-59F5494ED422}" type="pres">
      <dgm:prSet presAssocID="{04B2DDBE-E2AC-4F99-B7ED-DBF785A1BEAE}" presName="node" presStyleLbl="node1" presStyleIdx="1" presStyleCnt="6">
        <dgm:presLayoutVars>
          <dgm:bulletEnabled val="1"/>
        </dgm:presLayoutVars>
      </dgm:prSet>
      <dgm:spPr/>
    </dgm:pt>
    <dgm:pt modelId="{5CBCC467-8A90-4C12-9BC9-5F7810056D7C}" type="pres">
      <dgm:prSet presAssocID="{43F78F24-7E43-46CC-BDBD-541E8EFE1C16}" presName="sibTrans" presStyleLbl="sibTrans1D1" presStyleIdx="1" presStyleCnt="5"/>
      <dgm:spPr/>
    </dgm:pt>
    <dgm:pt modelId="{70BAD529-50F7-41F9-8C75-E279582E0B72}" type="pres">
      <dgm:prSet presAssocID="{43F78F24-7E43-46CC-BDBD-541E8EFE1C16}" presName="connectorText" presStyleLbl="sibTrans1D1" presStyleIdx="1" presStyleCnt="5"/>
      <dgm:spPr/>
    </dgm:pt>
    <dgm:pt modelId="{EB7B0B5A-7555-4A9B-AC09-1472444A5330}" type="pres">
      <dgm:prSet presAssocID="{6BEA570B-F5C4-4A71-9421-37239AC4165F}" presName="node" presStyleLbl="node1" presStyleIdx="2" presStyleCnt="6">
        <dgm:presLayoutVars>
          <dgm:bulletEnabled val="1"/>
        </dgm:presLayoutVars>
      </dgm:prSet>
      <dgm:spPr/>
    </dgm:pt>
    <dgm:pt modelId="{CCF296B7-E7A0-4DB9-9A29-416D980C3B20}" type="pres">
      <dgm:prSet presAssocID="{9F0E8240-1673-46B8-962A-643020165BCB}" presName="sibTrans" presStyleLbl="sibTrans1D1" presStyleIdx="2" presStyleCnt="5"/>
      <dgm:spPr/>
    </dgm:pt>
    <dgm:pt modelId="{ECC7A613-0243-4145-95A2-399222ACD9B4}" type="pres">
      <dgm:prSet presAssocID="{9F0E8240-1673-46B8-962A-643020165BCB}" presName="connectorText" presStyleLbl="sibTrans1D1" presStyleIdx="2" presStyleCnt="5"/>
      <dgm:spPr/>
    </dgm:pt>
    <dgm:pt modelId="{0B682C54-C438-4B6A-A6F4-2E3453EE45C6}" type="pres">
      <dgm:prSet presAssocID="{6FC0ED31-F138-46CB-937D-428FA5E44437}" presName="node" presStyleLbl="node1" presStyleIdx="3" presStyleCnt="6">
        <dgm:presLayoutVars>
          <dgm:bulletEnabled val="1"/>
        </dgm:presLayoutVars>
      </dgm:prSet>
      <dgm:spPr/>
    </dgm:pt>
    <dgm:pt modelId="{988B1B13-F081-476A-A670-19EFD9A7C3D6}" type="pres">
      <dgm:prSet presAssocID="{94C725FE-BD06-4469-A594-A803B90242CB}" presName="sibTrans" presStyleLbl="sibTrans1D1" presStyleIdx="3" presStyleCnt="5"/>
      <dgm:spPr/>
    </dgm:pt>
    <dgm:pt modelId="{F29CF736-16E9-4B5C-89DD-9873D2AE8660}" type="pres">
      <dgm:prSet presAssocID="{94C725FE-BD06-4469-A594-A803B90242CB}" presName="connectorText" presStyleLbl="sibTrans1D1" presStyleIdx="3" presStyleCnt="5"/>
      <dgm:spPr/>
    </dgm:pt>
    <dgm:pt modelId="{FC95F798-8AB2-45B8-9AD4-42918DFDF954}" type="pres">
      <dgm:prSet presAssocID="{60DA699F-F656-4D92-9805-5917C86B15F9}" presName="node" presStyleLbl="node1" presStyleIdx="4" presStyleCnt="6">
        <dgm:presLayoutVars>
          <dgm:bulletEnabled val="1"/>
        </dgm:presLayoutVars>
      </dgm:prSet>
      <dgm:spPr/>
    </dgm:pt>
    <dgm:pt modelId="{69296272-9255-4282-B17D-6665D5FCFF50}" type="pres">
      <dgm:prSet presAssocID="{F8F11FEC-22B9-4D20-92E7-ABC92B1F1090}" presName="sibTrans" presStyleLbl="sibTrans1D1" presStyleIdx="4" presStyleCnt="5"/>
      <dgm:spPr/>
    </dgm:pt>
    <dgm:pt modelId="{23E443BC-811C-4D95-AA54-076BFEA2B39E}" type="pres">
      <dgm:prSet presAssocID="{F8F11FEC-22B9-4D20-92E7-ABC92B1F1090}" presName="connectorText" presStyleLbl="sibTrans1D1" presStyleIdx="4" presStyleCnt="5"/>
      <dgm:spPr/>
    </dgm:pt>
    <dgm:pt modelId="{FE5C50AA-54D6-415F-B11C-209CB3D40627}" type="pres">
      <dgm:prSet presAssocID="{266882AF-3CD4-4CD4-9FEF-D46F886FDD45}" presName="node" presStyleLbl="node1" presStyleIdx="5" presStyleCnt="6">
        <dgm:presLayoutVars>
          <dgm:bulletEnabled val="1"/>
        </dgm:presLayoutVars>
      </dgm:prSet>
      <dgm:spPr/>
    </dgm:pt>
  </dgm:ptLst>
  <dgm:cxnLst>
    <dgm:cxn modelId="{3DE6510A-CDE8-4648-AFDA-4D238B15D530}" type="presOf" srcId="{43F78F24-7E43-46CC-BDBD-541E8EFE1C16}" destId="{70BAD529-50F7-41F9-8C75-E279582E0B72}" srcOrd="1" destOrd="0" presId="urn:microsoft.com/office/officeart/2005/8/layout/bProcess3"/>
    <dgm:cxn modelId="{21E91E0E-6750-4886-98A2-81757002109B}" type="presOf" srcId="{6FC0ED31-F138-46CB-937D-428FA5E44437}" destId="{0B682C54-C438-4B6A-A6F4-2E3453EE45C6}" srcOrd="0" destOrd="0" presId="urn:microsoft.com/office/officeart/2005/8/layout/bProcess3"/>
    <dgm:cxn modelId="{448D771D-76E9-4A53-8B7D-7F4C2A19F43F}" type="presOf" srcId="{6BEA570B-F5C4-4A71-9421-37239AC4165F}" destId="{EB7B0B5A-7555-4A9B-AC09-1472444A5330}" srcOrd="0" destOrd="0" presId="urn:microsoft.com/office/officeart/2005/8/layout/bProcess3"/>
    <dgm:cxn modelId="{022BCA26-CC6D-4C8F-A307-0BB3BFD9A704}" type="presOf" srcId="{F8F11FEC-22B9-4D20-92E7-ABC92B1F1090}" destId="{23E443BC-811C-4D95-AA54-076BFEA2B39E}" srcOrd="1" destOrd="0" presId="urn:microsoft.com/office/officeart/2005/8/layout/bProcess3"/>
    <dgm:cxn modelId="{D1D10236-2A92-4EAC-81D3-375AC807A1F2}" type="presOf" srcId="{86BB7A8F-CADB-4A17-9CE3-0790550D0B46}" destId="{5DDCD64B-24A0-478B-8334-FA375E4270AA}" srcOrd="0" destOrd="0" presId="urn:microsoft.com/office/officeart/2005/8/layout/bProcess3"/>
    <dgm:cxn modelId="{7A4DDB60-53A1-4B71-8A30-103BC1BCE854}" type="presOf" srcId="{384AF8A8-9719-4FBC-9B19-A2DB668BB240}" destId="{FC99C34B-F417-443E-B266-4A9FC76C8F15}" srcOrd="0" destOrd="0" presId="urn:microsoft.com/office/officeart/2005/8/layout/bProcess3"/>
    <dgm:cxn modelId="{3EF04F6C-3CD2-4193-BCA5-C06A3E6B8EE7}" type="presOf" srcId="{94C725FE-BD06-4469-A594-A803B90242CB}" destId="{F29CF736-16E9-4B5C-89DD-9873D2AE8660}" srcOrd="1" destOrd="0" presId="urn:microsoft.com/office/officeart/2005/8/layout/bProcess3"/>
    <dgm:cxn modelId="{9F354D7C-A5D1-4DB9-8841-2F534FF81ED2}" type="presOf" srcId="{60DA699F-F656-4D92-9805-5917C86B15F9}" destId="{FC95F798-8AB2-45B8-9AD4-42918DFDF954}" srcOrd="0" destOrd="0" presId="urn:microsoft.com/office/officeart/2005/8/layout/bProcess3"/>
    <dgm:cxn modelId="{DDDB1E7D-78C9-4D89-A49C-1802FF0193C6}" srcId="{86BB7A8F-CADB-4A17-9CE3-0790550D0B46}" destId="{266882AF-3CD4-4CD4-9FEF-D46F886FDD45}" srcOrd="5" destOrd="0" parTransId="{EF13FA5F-791B-40C8-8883-FCB2C7124745}" sibTransId="{744E9CB6-13A0-4F94-AE4A-1E24A992EC7F}"/>
    <dgm:cxn modelId="{3A0D8182-9576-4C37-8A2E-15146FA098BE}" type="presOf" srcId="{9F0E8240-1673-46B8-962A-643020165BCB}" destId="{ECC7A613-0243-4145-95A2-399222ACD9B4}" srcOrd="1" destOrd="0" presId="urn:microsoft.com/office/officeart/2005/8/layout/bProcess3"/>
    <dgm:cxn modelId="{6D00BB88-F650-44F5-B4BF-DEBA6B8B3AAA}" srcId="{86BB7A8F-CADB-4A17-9CE3-0790550D0B46}" destId="{384AF8A8-9719-4FBC-9B19-A2DB668BB240}" srcOrd="0" destOrd="0" parTransId="{6FA91E01-545A-4A32-9187-1CE35A8F3634}" sibTransId="{145D58DC-4F2B-497F-B34B-8159BAAA3FE6}"/>
    <dgm:cxn modelId="{06E3909B-E97C-40CC-8FFD-435A82A1F780}" type="presOf" srcId="{145D58DC-4F2B-497F-B34B-8159BAAA3FE6}" destId="{66E56592-D2DA-435E-ABD4-62B75C72A3C2}" srcOrd="1" destOrd="0" presId="urn:microsoft.com/office/officeart/2005/8/layout/bProcess3"/>
    <dgm:cxn modelId="{68B36DA7-0D85-4CCB-905B-F9EF66DEE81A}" srcId="{86BB7A8F-CADB-4A17-9CE3-0790550D0B46}" destId="{6BEA570B-F5C4-4A71-9421-37239AC4165F}" srcOrd="2" destOrd="0" parTransId="{12BFDAAC-918E-4D8C-A081-A5518CC9BEBB}" sibTransId="{9F0E8240-1673-46B8-962A-643020165BCB}"/>
    <dgm:cxn modelId="{9DD546C4-F3D5-4D17-AA3D-F5B582588BB8}" type="presOf" srcId="{145D58DC-4F2B-497F-B34B-8159BAAA3FE6}" destId="{5E7ED06F-1FE7-4815-8A96-308E7D636A64}" srcOrd="0" destOrd="0" presId="urn:microsoft.com/office/officeart/2005/8/layout/bProcess3"/>
    <dgm:cxn modelId="{807149D4-334A-4227-9050-B25370ADC18E}" type="presOf" srcId="{43F78F24-7E43-46CC-BDBD-541E8EFE1C16}" destId="{5CBCC467-8A90-4C12-9BC9-5F7810056D7C}" srcOrd="0" destOrd="0" presId="urn:microsoft.com/office/officeart/2005/8/layout/bProcess3"/>
    <dgm:cxn modelId="{EBF76EDC-5C94-45F9-824E-62AFD0D55E69}" srcId="{86BB7A8F-CADB-4A17-9CE3-0790550D0B46}" destId="{6FC0ED31-F138-46CB-937D-428FA5E44437}" srcOrd="3" destOrd="0" parTransId="{1632DF53-50E0-4A94-B933-03B2B462CCE8}" sibTransId="{94C725FE-BD06-4469-A594-A803B90242CB}"/>
    <dgm:cxn modelId="{CDB92DDE-16C4-48D6-857F-8B36B9B8C1BE}" type="presOf" srcId="{266882AF-3CD4-4CD4-9FEF-D46F886FDD45}" destId="{FE5C50AA-54D6-415F-B11C-209CB3D40627}" srcOrd="0" destOrd="0" presId="urn:microsoft.com/office/officeart/2005/8/layout/bProcess3"/>
    <dgm:cxn modelId="{FC882AE1-BE4C-4084-9DE3-229F7A907580}" srcId="{86BB7A8F-CADB-4A17-9CE3-0790550D0B46}" destId="{04B2DDBE-E2AC-4F99-B7ED-DBF785A1BEAE}" srcOrd="1" destOrd="0" parTransId="{04B062B2-138F-4B2D-8647-06D15D8B811D}" sibTransId="{43F78F24-7E43-46CC-BDBD-541E8EFE1C16}"/>
    <dgm:cxn modelId="{4131BCE5-44DA-40E3-A2D9-5B717CB3A094}" srcId="{86BB7A8F-CADB-4A17-9CE3-0790550D0B46}" destId="{60DA699F-F656-4D92-9805-5917C86B15F9}" srcOrd="4" destOrd="0" parTransId="{C9EA7FF2-B15C-4F32-801A-F24298A2B55C}" sibTransId="{F8F11FEC-22B9-4D20-92E7-ABC92B1F1090}"/>
    <dgm:cxn modelId="{E3CF1FE9-115C-4993-A80E-CB446348D4DD}" type="presOf" srcId="{94C725FE-BD06-4469-A594-A803B90242CB}" destId="{988B1B13-F081-476A-A670-19EFD9A7C3D6}" srcOrd="0" destOrd="0" presId="urn:microsoft.com/office/officeart/2005/8/layout/bProcess3"/>
    <dgm:cxn modelId="{31DB0DEF-2A59-4407-A458-6B5857CD397B}" type="presOf" srcId="{9F0E8240-1673-46B8-962A-643020165BCB}" destId="{CCF296B7-E7A0-4DB9-9A29-416D980C3B20}" srcOrd="0" destOrd="0" presId="urn:microsoft.com/office/officeart/2005/8/layout/bProcess3"/>
    <dgm:cxn modelId="{B5977AEF-4CE3-47D3-90A3-1EE09DCE61B4}" type="presOf" srcId="{04B2DDBE-E2AC-4F99-B7ED-DBF785A1BEAE}" destId="{91B44E5F-4045-480A-9C69-59F5494ED422}" srcOrd="0" destOrd="0" presId="urn:microsoft.com/office/officeart/2005/8/layout/bProcess3"/>
    <dgm:cxn modelId="{46ECC7FD-487D-4A93-A906-D9D5D92AC8EE}" type="presOf" srcId="{F8F11FEC-22B9-4D20-92E7-ABC92B1F1090}" destId="{69296272-9255-4282-B17D-6665D5FCFF50}" srcOrd="0" destOrd="0" presId="urn:microsoft.com/office/officeart/2005/8/layout/bProcess3"/>
    <dgm:cxn modelId="{D60DE737-7F5B-4986-BDD5-DF0D11741945}" type="presParOf" srcId="{5DDCD64B-24A0-478B-8334-FA375E4270AA}" destId="{FC99C34B-F417-443E-B266-4A9FC76C8F15}" srcOrd="0" destOrd="0" presId="urn:microsoft.com/office/officeart/2005/8/layout/bProcess3"/>
    <dgm:cxn modelId="{BA69A328-0CCC-4FD1-8B0E-87CFF1035434}" type="presParOf" srcId="{5DDCD64B-24A0-478B-8334-FA375E4270AA}" destId="{5E7ED06F-1FE7-4815-8A96-308E7D636A64}" srcOrd="1" destOrd="0" presId="urn:microsoft.com/office/officeart/2005/8/layout/bProcess3"/>
    <dgm:cxn modelId="{2D8246EF-BDE0-4A2D-9CF3-F570CC7DDCBD}" type="presParOf" srcId="{5E7ED06F-1FE7-4815-8A96-308E7D636A64}" destId="{66E56592-D2DA-435E-ABD4-62B75C72A3C2}" srcOrd="0" destOrd="0" presId="urn:microsoft.com/office/officeart/2005/8/layout/bProcess3"/>
    <dgm:cxn modelId="{FA6FDDDF-6DA8-47B7-BE4E-489FD4ABE786}" type="presParOf" srcId="{5DDCD64B-24A0-478B-8334-FA375E4270AA}" destId="{91B44E5F-4045-480A-9C69-59F5494ED422}" srcOrd="2" destOrd="0" presId="urn:microsoft.com/office/officeart/2005/8/layout/bProcess3"/>
    <dgm:cxn modelId="{9C3DB7BC-49E8-48EE-845E-A0E89A227BBB}" type="presParOf" srcId="{5DDCD64B-24A0-478B-8334-FA375E4270AA}" destId="{5CBCC467-8A90-4C12-9BC9-5F7810056D7C}" srcOrd="3" destOrd="0" presId="urn:microsoft.com/office/officeart/2005/8/layout/bProcess3"/>
    <dgm:cxn modelId="{B2C4B864-695D-4FF4-A770-6FE1C0D6A5CA}" type="presParOf" srcId="{5CBCC467-8A90-4C12-9BC9-5F7810056D7C}" destId="{70BAD529-50F7-41F9-8C75-E279582E0B72}" srcOrd="0" destOrd="0" presId="urn:microsoft.com/office/officeart/2005/8/layout/bProcess3"/>
    <dgm:cxn modelId="{B0771220-0CC3-4923-B4E1-A2CC4B30493B}" type="presParOf" srcId="{5DDCD64B-24A0-478B-8334-FA375E4270AA}" destId="{EB7B0B5A-7555-4A9B-AC09-1472444A5330}" srcOrd="4" destOrd="0" presId="urn:microsoft.com/office/officeart/2005/8/layout/bProcess3"/>
    <dgm:cxn modelId="{05420F61-0318-4344-992C-3E991C5DA920}" type="presParOf" srcId="{5DDCD64B-24A0-478B-8334-FA375E4270AA}" destId="{CCF296B7-E7A0-4DB9-9A29-416D980C3B20}" srcOrd="5" destOrd="0" presId="urn:microsoft.com/office/officeart/2005/8/layout/bProcess3"/>
    <dgm:cxn modelId="{A7F52E88-717D-455D-B52B-9D4EBCE67AAB}" type="presParOf" srcId="{CCF296B7-E7A0-4DB9-9A29-416D980C3B20}" destId="{ECC7A613-0243-4145-95A2-399222ACD9B4}" srcOrd="0" destOrd="0" presId="urn:microsoft.com/office/officeart/2005/8/layout/bProcess3"/>
    <dgm:cxn modelId="{C076CA95-FD0A-4489-8935-7EB7A5D5F320}" type="presParOf" srcId="{5DDCD64B-24A0-478B-8334-FA375E4270AA}" destId="{0B682C54-C438-4B6A-A6F4-2E3453EE45C6}" srcOrd="6" destOrd="0" presId="urn:microsoft.com/office/officeart/2005/8/layout/bProcess3"/>
    <dgm:cxn modelId="{A6D95CCB-C826-4499-9DB9-1D1B017B5197}" type="presParOf" srcId="{5DDCD64B-24A0-478B-8334-FA375E4270AA}" destId="{988B1B13-F081-476A-A670-19EFD9A7C3D6}" srcOrd="7" destOrd="0" presId="urn:microsoft.com/office/officeart/2005/8/layout/bProcess3"/>
    <dgm:cxn modelId="{3C3A84AD-BDA0-4A86-9D95-0F82B1E40F0C}" type="presParOf" srcId="{988B1B13-F081-476A-A670-19EFD9A7C3D6}" destId="{F29CF736-16E9-4B5C-89DD-9873D2AE8660}" srcOrd="0" destOrd="0" presId="urn:microsoft.com/office/officeart/2005/8/layout/bProcess3"/>
    <dgm:cxn modelId="{E9238C6E-51F9-43F7-845A-A03E01658F8D}" type="presParOf" srcId="{5DDCD64B-24A0-478B-8334-FA375E4270AA}" destId="{FC95F798-8AB2-45B8-9AD4-42918DFDF954}" srcOrd="8" destOrd="0" presId="urn:microsoft.com/office/officeart/2005/8/layout/bProcess3"/>
    <dgm:cxn modelId="{761B4AAD-13BE-4B92-942E-50719ED94481}" type="presParOf" srcId="{5DDCD64B-24A0-478B-8334-FA375E4270AA}" destId="{69296272-9255-4282-B17D-6665D5FCFF50}" srcOrd="9" destOrd="0" presId="urn:microsoft.com/office/officeart/2005/8/layout/bProcess3"/>
    <dgm:cxn modelId="{3791FCBC-10C7-45BB-AC31-CF63F70149E5}" type="presParOf" srcId="{69296272-9255-4282-B17D-6665D5FCFF50}" destId="{23E443BC-811C-4D95-AA54-076BFEA2B39E}" srcOrd="0" destOrd="0" presId="urn:microsoft.com/office/officeart/2005/8/layout/bProcess3"/>
    <dgm:cxn modelId="{42428A54-272F-439C-BCAD-AB34666A17BB}" type="presParOf" srcId="{5DDCD64B-24A0-478B-8334-FA375E4270AA}" destId="{FE5C50AA-54D6-415F-B11C-209CB3D40627}" srcOrd="10"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45BE5B-3E35-433B-AF12-160972B77CC9}" type="doc">
      <dgm:prSet loTypeId="urn:microsoft.com/office/officeart/2005/8/layout/vProcess5" loCatId="process" qsTypeId="urn:microsoft.com/office/officeart/2005/8/quickstyle/3d1" qsCatId="3D" csTypeId="urn:microsoft.com/office/officeart/2005/8/colors/accent0_3" csCatId="mainScheme" phldr="1"/>
      <dgm:spPr/>
      <dgm:t>
        <a:bodyPr/>
        <a:lstStyle/>
        <a:p>
          <a:endParaRPr lang="en-US"/>
        </a:p>
      </dgm:t>
    </dgm:pt>
    <dgm:pt modelId="{5E3FAD26-6DD6-48B6-A08C-C6D0E0D732CB}">
      <dgm:prSet phldrT="[Text]"/>
      <dgm:spPr/>
      <dgm:t>
        <a:bodyPr/>
        <a:lstStyle/>
        <a:p>
          <a:r>
            <a:rPr lang="en-US" dirty="0"/>
            <a:t>Flowing Measures were taken with the declaration</a:t>
          </a:r>
        </a:p>
      </dgm:t>
    </dgm:pt>
    <dgm:pt modelId="{F850BD9F-1276-459E-A330-4107E43CEED4}" type="parTrans" cxnId="{11FE391B-D9FF-4AB0-B697-A06C9D9774D2}">
      <dgm:prSet/>
      <dgm:spPr/>
      <dgm:t>
        <a:bodyPr/>
        <a:lstStyle/>
        <a:p>
          <a:endParaRPr lang="en-US"/>
        </a:p>
      </dgm:t>
    </dgm:pt>
    <dgm:pt modelId="{F474C0A3-99E4-4DF2-8264-7FA2AA9C8D0C}" type="sibTrans" cxnId="{11FE391B-D9FF-4AB0-B697-A06C9D9774D2}">
      <dgm:prSet/>
      <dgm:spPr/>
      <dgm:t>
        <a:bodyPr/>
        <a:lstStyle/>
        <a:p>
          <a:endParaRPr lang="en-US"/>
        </a:p>
      </dgm:t>
    </dgm:pt>
    <dgm:pt modelId="{04D30DD8-7FE2-4799-B42C-6F502BFC7734}">
      <dgm:prSet phldrT="[Text]"/>
      <dgm:spPr/>
      <dgm:t>
        <a:bodyPr/>
        <a:lstStyle/>
        <a:p>
          <a:r>
            <a:rPr lang="en-US" dirty="0"/>
            <a:t>b. </a:t>
          </a:r>
          <a:r>
            <a:rPr lang="en-US" dirty="0" err="1"/>
            <a:t>untill</a:t>
          </a:r>
          <a:r>
            <a:rPr lang="en-US" dirty="0"/>
            <a:t> the alternative solution, Martial Law will be in force</a:t>
          </a:r>
        </a:p>
      </dgm:t>
    </dgm:pt>
    <dgm:pt modelId="{F101A400-E401-4C93-BA04-700B6DD24992}" type="parTrans" cxnId="{25A1BB8C-BAD5-4E62-BC10-47AFF359CAB8}">
      <dgm:prSet/>
      <dgm:spPr/>
      <dgm:t>
        <a:bodyPr/>
        <a:lstStyle/>
        <a:p>
          <a:endParaRPr lang="en-US"/>
        </a:p>
      </dgm:t>
    </dgm:pt>
    <dgm:pt modelId="{74643BEF-D19D-4A7B-9AAD-D0A0A4428DF2}" type="sibTrans" cxnId="{25A1BB8C-BAD5-4E62-BC10-47AFF359CAB8}">
      <dgm:prSet/>
      <dgm:spPr/>
      <dgm:t>
        <a:bodyPr/>
        <a:lstStyle/>
        <a:p>
          <a:endParaRPr lang="en-US"/>
        </a:p>
      </dgm:t>
    </dgm:pt>
    <dgm:pt modelId="{1814BD16-0276-4FA2-BD79-F12A77E0B9D5}">
      <dgm:prSet phldrT="[Text]"/>
      <dgm:spPr/>
      <dgm:t>
        <a:bodyPr/>
        <a:lstStyle/>
        <a:p>
          <a:endParaRPr lang="en-US"/>
        </a:p>
      </dgm:t>
    </dgm:pt>
    <dgm:pt modelId="{8C6742F4-BCA1-4E30-B852-410279DA3820}" type="parTrans" cxnId="{004F45C9-8F77-4485-BBFF-1B2E287906FB}">
      <dgm:prSet/>
      <dgm:spPr/>
      <dgm:t>
        <a:bodyPr/>
        <a:lstStyle/>
        <a:p>
          <a:endParaRPr lang="en-US"/>
        </a:p>
      </dgm:t>
    </dgm:pt>
    <dgm:pt modelId="{8629F77C-00B8-4965-8043-EECA27988E05}" type="sibTrans" cxnId="{004F45C9-8F77-4485-BBFF-1B2E287906FB}">
      <dgm:prSet/>
      <dgm:spPr/>
      <dgm:t>
        <a:bodyPr/>
        <a:lstStyle/>
        <a:p>
          <a:endParaRPr lang="en-US"/>
        </a:p>
      </dgm:t>
    </dgm:pt>
    <dgm:pt modelId="{A58519E8-EADB-4956-9A8B-6BDB45143431}">
      <dgm:prSet phldrT="[Text]"/>
      <dgm:spPr/>
      <dgm:t>
        <a:bodyPr/>
        <a:lstStyle/>
        <a:p>
          <a:endParaRPr lang="en-US"/>
        </a:p>
      </dgm:t>
    </dgm:pt>
    <dgm:pt modelId="{1418A941-3A04-48B6-8324-16A74ABFE79E}" type="parTrans" cxnId="{29E81B41-3075-452A-B2C0-34D41A311EB4}">
      <dgm:prSet/>
      <dgm:spPr/>
      <dgm:t>
        <a:bodyPr/>
        <a:lstStyle/>
        <a:p>
          <a:endParaRPr lang="en-US"/>
        </a:p>
      </dgm:t>
    </dgm:pt>
    <dgm:pt modelId="{4348DB42-B034-4B4E-8389-5F4CD4C68754}" type="sibTrans" cxnId="{29E81B41-3075-452A-B2C0-34D41A311EB4}">
      <dgm:prSet/>
      <dgm:spPr/>
      <dgm:t>
        <a:bodyPr/>
        <a:lstStyle/>
        <a:p>
          <a:endParaRPr lang="en-US"/>
        </a:p>
      </dgm:t>
    </dgm:pt>
    <dgm:pt modelId="{EFB40A38-D216-4D63-A4AA-72C14E263871}">
      <dgm:prSet/>
      <dgm:spPr/>
      <dgm:t>
        <a:bodyPr/>
        <a:lstStyle/>
        <a:p>
          <a:r>
            <a:rPr lang="en-US" dirty="0"/>
            <a:t>a. dismissed the government of Sir </a:t>
          </a:r>
          <a:r>
            <a:rPr lang="en-US" dirty="0" err="1"/>
            <a:t>Feroz</a:t>
          </a:r>
          <a:r>
            <a:rPr lang="en-US" dirty="0"/>
            <a:t> Khan Noon and abrogated the constitution of 1956 </a:t>
          </a:r>
        </a:p>
      </dgm:t>
    </dgm:pt>
    <dgm:pt modelId="{8B038D0F-4664-4DDD-A846-F5DA32E5CAF1}" type="parTrans" cxnId="{3F2A455C-3E52-4F78-98EA-2299FBEF0B62}">
      <dgm:prSet/>
      <dgm:spPr/>
      <dgm:t>
        <a:bodyPr/>
        <a:lstStyle/>
        <a:p>
          <a:endParaRPr lang="en-US"/>
        </a:p>
      </dgm:t>
    </dgm:pt>
    <dgm:pt modelId="{25BA9DD8-BA94-447F-BD5F-399ED567EF33}" type="sibTrans" cxnId="{3F2A455C-3E52-4F78-98EA-2299FBEF0B62}">
      <dgm:prSet/>
      <dgm:spPr/>
      <dgm:t>
        <a:bodyPr/>
        <a:lstStyle/>
        <a:p>
          <a:endParaRPr lang="en-US"/>
        </a:p>
      </dgm:t>
    </dgm:pt>
    <dgm:pt modelId="{25F4AC0E-DA62-42A5-8C8B-F3B8EE524A1D}">
      <dgm:prSet/>
      <dgm:spPr/>
      <dgm:t>
        <a:bodyPr/>
        <a:lstStyle/>
        <a:p>
          <a:r>
            <a:rPr lang="en-US" dirty="0"/>
            <a:t>d. dissolved the National Assembly of Pakistan and the provincial legislatures. </a:t>
          </a:r>
        </a:p>
      </dgm:t>
    </dgm:pt>
    <dgm:pt modelId="{3C488D1A-384E-4E7C-91CE-90D137234AC6}" type="parTrans" cxnId="{0286C601-BB2F-4AF9-B3BC-0CB188DE3912}">
      <dgm:prSet/>
      <dgm:spPr/>
      <dgm:t>
        <a:bodyPr/>
        <a:lstStyle/>
        <a:p>
          <a:endParaRPr lang="en-US"/>
        </a:p>
      </dgm:t>
    </dgm:pt>
    <dgm:pt modelId="{C036EA9B-C42B-43B6-909D-107FEE106758}" type="sibTrans" cxnId="{0286C601-BB2F-4AF9-B3BC-0CB188DE3912}">
      <dgm:prSet/>
      <dgm:spPr/>
      <dgm:t>
        <a:bodyPr/>
        <a:lstStyle/>
        <a:p>
          <a:endParaRPr lang="en-US"/>
        </a:p>
      </dgm:t>
    </dgm:pt>
    <dgm:pt modelId="{7C94BA80-6988-40DB-9081-EF39C0742904}">
      <dgm:prSet/>
      <dgm:spPr/>
      <dgm:t>
        <a:bodyPr/>
        <a:lstStyle/>
        <a:p>
          <a:endParaRPr lang="en-US"/>
        </a:p>
      </dgm:t>
    </dgm:pt>
    <dgm:pt modelId="{9A2A22C4-39F7-4ED5-BBC4-3B8F27F89D65}" type="parTrans" cxnId="{7C017F8A-BA5E-4E33-9FF5-EE30A4B7EBD1}">
      <dgm:prSet/>
      <dgm:spPr/>
      <dgm:t>
        <a:bodyPr/>
        <a:lstStyle/>
        <a:p>
          <a:endParaRPr lang="en-US"/>
        </a:p>
      </dgm:t>
    </dgm:pt>
    <dgm:pt modelId="{1FA70C49-8A93-4082-8587-308A3C6CB03F}" type="sibTrans" cxnId="{7C017F8A-BA5E-4E33-9FF5-EE30A4B7EBD1}">
      <dgm:prSet/>
      <dgm:spPr/>
      <dgm:t>
        <a:bodyPr/>
        <a:lstStyle/>
        <a:p>
          <a:endParaRPr lang="en-US"/>
        </a:p>
      </dgm:t>
    </dgm:pt>
    <dgm:pt modelId="{3C3DCBCC-BAA6-4B8C-9297-A8FFA3AEF18A}">
      <dgm:prSet/>
      <dgm:spPr/>
      <dgm:t>
        <a:bodyPr/>
        <a:lstStyle/>
        <a:p>
          <a:r>
            <a:rPr lang="en-US" dirty="0"/>
            <a:t>c. also proceeded to outlaw all political parties</a:t>
          </a:r>
        </a:p>
      </dgm:t>
    </dgm:pt>
    <dgm:pt modelId="{CBFF558E-CC2B-4363-AA23-65FC12AFD3DD}" type="parTrans" cxnId="{EA28202C-4D39-404B-B3E2-5A3B4D467860}">
      <dgm:prSet/>
      <dgm:spPr/>
      <dgm:t>
        <a:bodyPr/>
        <a:lstStyle/>
        <a:p>
          <a:endParaRPr lang="en-US"/>
        </a:p>
      </dgm:t>
    </dgm:pt>
    <dgm:pt modelId="{3CB64790-0858-4C34-977E-2F19A00E94E5}" type="sibTrans" cxnId="{EA28202C-4D39-404B-B3E2-5A3B4D467860}">
      <dgm:prSet/>
      <dgm:spPr/>
      <dgm:t>
        <a:bodyPr/>
        <a:lstStyle/>
        <a:p>
          <a:endParaRPr lang="en-US"/>
        </a:p>
      </dgm:t>
    </dgm:pt>
    <dgm:pt modelId="{FCEC68A3-971C-44BB-A326-9207A77E456E}" type="pres">
      <dgm:prSet presAssocID="{5345BE5B-3E35-433B-AF12-160972B77CC9}" presName="outerComposite" presStyleCnt="0">
        <dgm:presLayoutVars>
          <dgm:chMax val="5"/>
          <dgm:dir/>
          <dgm:resizeHandles val="exact"/>
        </dgm:presLayoutVars>
      </dgm:prSet>
      <dgm:spPr/>
    </dgm:pt>
    <dgm:pt modelId="{FFCC6E1E-ABD4-422A-A81B-FD032E4DA234}" type="pres">
      <dgm:prSet presAssocID="{5345BE5B-3E35-433B-AF12-160972B77CC9}" presName="dummyMaxCanvas" presStyleCnt="0">
        <dgm:presLayoutVars/>
      </dgm:prSet>
      <dgm:spPr/>
    </dgm:pt>
    <dgm:pt modelId="{B403D3BD-E4F7-4795-9CC3-80C1CC526D2E}" type="pres">
      <dgm:prSet presAssocID="{5345BE5B-3E35-433B-AF12-160972B77CC9}" presName="FiveNodes_1" presStyleLbl="node1" presStyleIdx="0" presStyleCnt="5">
        <dgm:presLayoutVars>
          <dgm:bulletEnabled val="1"/>
        </dgm:presLayoutVars>
      </dgm:prSet>
      <dgm:spPr/>
    </dgm:pt>
    <dgm:pt modelId="{B0F68921-EF43-46AC-B47E-1B5D23451F69}" type="pres">
      <dgm:prSet presAssocID="{5345BE5B-3E35-433B-AF12-160972B77CC9}" presName="FiveNodes_2" presStyleLbl="node1" presStyleIdx="1" presStyleCnt="5">
        <dgm:presLayoutVars>
          <dgm:bulletEnabled val="1"/>
        </dgm:presLayoutVars>
      </dgm:prSet>
      <dgm:spPr/>
    </dgm:pt>
    <dgm:pt modelId="{EEF5C93D-6A19-4FDB-8B62-B785549192F1}" type="pres">
      <dgm:prSet presAssocID="{5345BE5B-3E35-433B-AF12-160972B77CC9}" presName="FiveNodes_3" presStyleLbl="node1" presStyleIdx="2" presStyleCnt="5" custLinFactNeighborX="-64" custLinFactNeighborY="1499">
        <dgm:presLayoutVars>
          <dgm:bulletEnabled val="1"/>
        </dgm:presLayoutVars>
      </dgm:prSet>
      <dgm:spPr/>
    </dgm:pt>
    <dgm:pt modelId="{28BBC17E-417B-45CE-8619-B6DDF5031AB7}" type="pres">
      <dgm:prSet presAssocID="{5345BE5B-3E35-433B-AF12-160972B77CC9}" presName="FiveNodes_4" presStyleLbl="node1" presStyleIdx="3" presStyleCnt="5">
        <dgm:presLayoutVars>
          <dgm:bulletEnabled val="1"/>
        </dgm:presLayoutVars>
      </dgm:prSet>
      <dgm:spPr/>
    </dgm:pt>
    <dgm:pt modelId="{9E887FE9-5F81-47B5-9327-19C60C1919F3}" type="pres">
      <dgm:prSet presAssocID="{5345BE5B-3E35-433B-AF12-160972B77CC9}" presName="FiveNodes_5" presStyleLbl="node1" presStyleIdx="4" presStyleCnt="5" custLinFactNeighborX="-129" custLinFactNeighborY="-5820">
        <dgm:presLayoutVars>
          <dgm:bulletEnabled val="1"/>
        </dgm:presLayoutVars>
      </dgm:prSet>
      <dgm:spPr/>
    </dgm:pt>
    <dgm:pt modelId="{07D592B6-F084-445C-9B84-40CF351CA8F7}" type="pres">
      <dgm:prSet presAssocID="{5345BE5B-3E35-433B-AF12-160972B77CC9}" presName="FiveConn_1-2" presStyleLbl="fgAccFollowNode1" presStyleIdx="0" presStyleCnt="4">
        <dgm:presLayoutVars>
          <dgm:bulletEnabled val="1"/>
        </dgm:presLayoutVars>
      </dgm:prSet>
      <dgm:spPr/>
    </dgm:pt>
    <dgm:pt modelId="{AB467AD7-E458-419C-B52F-8096316F79FB}" type="pres">
      <dgm:prSet presAssocID="{5345BE5B-3E35-433B-AF12-160972B77CC9}" presName="FiveConn_2-3" presStyleLbl="fgAccFollowNode1" presStyleIdx="1" presStyleCnt="4">
        <dgm:presLayoutVars>
          <dgm:bulletEnabled val="1"/>
        </dgm:presLayoutVars>
      </dgm:prSet>
      <dgm:spPr/>
    </dgm:pt>
    <dgm:pt modelId="{3D6E881E-9E62-4AD4-A5A2-9336188A8E87}" type="pres">
      <dgm:prSet presAssocID="{5345BE5B-3E35-433B-AF12-160972B77CC9}" presName="FiveConn_3-4" presStyleLbl="fgAccFollowNode1" presStyleIdx="2" presStyleCnt="4">
        <dgm:presLayoutVars>
          <dgm:bulletEnabled val="1"/>
        </dgm:presLayoutVars>
      </dgm:prSet>
      <dgm:spPr/>
    </dgm:pt>
    <dgm:pt modelId="{1D59B5C8-2480-42F1-A854-3394E6BE6608}" type="pres">
      <dgm:prSet presAssocID="{5345BE5B-3E35-433B-AF12-160972B77CC9}" presName="FiveConn_4-5" presStyleLbl="fgAccFollowNode1" presStyleIdx="3" presStyleCnt="4">
        <dgm:presLayoutVars>
          <dgm:bulletEnabled val="1"/>
        </dgm:presLayoutVars>
      </dgm:prSet>
      <dgm:spPr/>
    </dgm:pt>
    <dgm:pt modelId="{51F6E6DA-21B8-48BB-9724-FAAC6B2BD9EC}" type="pres">
      <dgm:prSet presAssocID="{5345BE5B-3E35-433B-AF12-160972B77CC9}" presName="FiveNodes_1_text" presStyleLbl="node1" presStyleIdx="4" presStyleCnt="5">
        <dgm:presLayoutVars>
          <dgm:bulletEnabled val="1"/>
        </dgm:presLayoutVars>
      </dgm:prSet>
      <dgm:spPr/>
    </dgm:pt>
    <dgm:pt modelId="{E5ACF1CD-D09A-4DCA-B110-779553132D2D}" type="pres">
      <dgm:prSet presAssocID="{5345BE5B-3E35-433B-AF12-160972B77CC9}" presName="FiveNodes_2_text" presStyleLbl="node1" presStyleIdx="4" presStyleCnt="5">
        <dgm:presLayoutVars>
          <dgm:bulletEnabled val="1"/>
        </dgm:presLayoutVars>
      </dgm:prSet>
      <dgm:spPr/>
    </dgm:pt>
    <dgm:pt modelId="{C7F5E5E2-7E96-47CB-B3F9-C5C810FDCEDD}" type="pres">
      <dgm:prSet presAssocID="{5345BE5B-3E35-433B-AF12-160972B77CC9}" presName="FiveNodes_3_text" presStyleLbl="node1" presStyleIdx="4" presStyleCnt="5">
        <dgm:presLayoutVars>
          <dgm:bulletEnabled val="1"/>
        </dgm:presLayoutVars>
      </dgm:prSet>
      <dgm:spPr/>
    </dgm:pt>
    <dgm:pt modelId="{F5AB3C1F-B770-4C9C-AC78-EB53AC3739FF}" type="pres">
      <dgm:prSet presAssocID="{5345BE5B-3E35-433B-AF12-160972B77CC9}" presName="FiveNodes_4_text" presStyleLbl="node1" presStyleIdx="4" presStyleCnt="5">
        <dgm:presLayoutVars>
          <dgm:bulletEnabled val="1"/>
        </dgm:presLayoutVars>
      </dgm:prSet>
      <dgm:spPr/>
    </dgm:pt>
    <dgm:pt modelId="{0AFAA2B5-B429-4A32-ADD2-6DB2D6EDE874}" type="pres">
      <dgm:prSet presAssocID="{5345BE5B-3E35-433B-AF12-160972B77CC9}" presName="FiveNodes_5_text" presStyleLbl="node1" presStyleIdx="4" presStyleCnt="5">
        <dgm:presLayoutVars>
          <dgm:bulletEnabled val="1"/>
        </dgm:presLayoutVars>
      </dgm:prSet>
      <dgm:spPr/>
    </dgm:pt>
  </dgm:ptLst>
  <dgm:cxnLst>
    <dgm:cxn modelId="{0286C601-BB2F-4AF9-B3BC-0CB188DE3912}" srcId="{5345BE5B-3E35-433B-AF12-160972B77CC9}" destId="{25F4AC0E-DA62-42A5-8C8B-F3B8EE524A1D}" srcOrd="4" destOrd="0" parTransId="{3C488D1A-384E-4E7C-91CE-90D137234AC6}" sibTransId="{C036EA9B-C42B-43B6-909D-107FEE106758}"/>
    <dgm:cxn modelId="{C734F209-F7DB-408E-8404-210168872954}" type="presOf" srcId="{EFB40A38-D216-4D63-A4AA-72C14E263871}" destId="{E5ACF1CD-D09A-4DCA-B110-779553132D2D}" srcOrd="1" destOrd="0" presId="urn:microsoft.com/office/officeart/2005/8/layout/vProcess5"/>
    <dgm:cxn modelId="{F938150C-2848-4DF1-825D-9A8AC71DFA10}" type="presOf" srcId="{25BA9DD8-BA94-447F-BD5F-399ED567EF33}" destId="{AB467AD7-E458-419C-B52F-8096316F79FB}" srcOrd="0" destOrd="0" presId="urn:microsoft.com/office/officeart/2005/8/layout/vProcess5"/>
    <dgm:cxn modelId="{11FE391B-D9FF-4AB0-B697-A06C9D9774D2}" srcId="{5345BE5B-3E35-433B-AF12-160972B77CC9}" destId="{5E3FAD26-6DD6-48B6-A08C-C6D0E0D732CB}" srcOrd="0" destOrd="0" parTransId="{F850BD9F-1276-459E-A330-4107E43CEED4}" sibTransId="{F474C0A3-99E4-4DF2-8264-7FA2AA9C8D0C}"/>
    <dgm:cxn modelId="{A3977621-0C1D-4772-B837-16B20BBCEC16}" type="presOf" srcId="{F474C0A3-99E4-4DF2-8264-7FA2AA9C8D0C}" destId="{07D592B6-F084-445C-9B84-40CF351CA8F7}" srcOrd="0" destOrd="0" presId="urn:microsoft.com/office/officeart/2005/8/layout/vProcess5"/>
    <dgm:cxn modelId="{9B4DA829-EB99-4B1C-AD23-59586C97B901}" type="presOf" srcId="{25F4AC0E-DA62-42A5-8C8B-F3B8EE524A1D}" destId="{0AFAA2B5-B429-4A32-ADD2-6DB2D6EDE874}" srcOrd="1" destOrd="0" presId="urn:microsoft.com/office/officeart/2005/8/layout/vProcess5"/>
    <dgm:cxn modelId="{EA28202C-4D39-404B-B3E2-5A3B4D467860}" srcId="{5345BE5B-3E35-433B-AF12-160972B77CC9}" destId="{3C3DCBCC-BAA6-4B8C-9297-A8FFA3AEF18A}" srcOrd="3" destOrd="0" parTransId="{CBFF558E-CC2B-4363-AA23-65FC12AFD3DD}" sibTransId="{3CB64790-0858-4C34-977E-2F19A00E94E5}"/>
    <dgm:cxn modelId="{3F2A455C-3E52-4F78-98EA-2299FBEF0B62}" srcId="{5345BE5B-3E35-433B-AF12-160972B77CC9}" destId="{EFB40A38-D216-4D63-A4AA-72C14E263871}" srcOrd="1" destOrd="0" parTransId="{8B038D0F-4664-4DDD-A846-F5DA32E5CAF1}" sibTransId="{25BA9DD8-BA94-447F-BD5F-399ED567EF33}"/>
    <dgm:cxn modelId="{6FB8AE5D-D584-449B-A6C1-02B6F1ABA461}" type="presOf" srcId="{5345BE5B-3E35-433B-AF12-160972B77CC9}" destId="{FCEC68A3-971C-44BB-A326-9207A77E456E}" srcOrd="0" destOrd="0" presId="urn:microsoft.com/office/officeart/2005/8/layout/vProcess5"/>
    <dgm:cxn modelId="{29E81B41-3075-452A-B2C0-34D41A311EB4}" srcId="{5345BE5B-3E35-433B-AF12-160972B77CC9}" destId="{A58519E8-EADB-4956-9A8B-6BDB45143431}" srcOrd="7" destOrd="0" parTransId="{1418A941-3A04-48B6-8324-16A74ABFE79E}" sibTransId="{4348DB42-B034-4B4E-8389-5F4CD4C68754}"/>
    <dgm:cxn modelId="{7038DC44-138D-425C-86DA-1B339435B3E1}" type="presOf" srcId="{3C3DCBCC-BAA6-4B8C-9297-A8FFA3AEF18A}" destId="{28BBC17E-417B-45CE-8619-B6DDF5031AB7}" srcOrd="0" destOrd="0" presId="urn:microsoft.com/office/officeart/2005/8/layout/vProcess5"/>
    <dgm:cxn modelId="{1DF00D48-B21A-45F5-8CA5-A6AD6E1F02BF}" type="presOf" srcId="{5E3FAD26-6DD6-48B6-A08C-C6D0E0D732CB}" destId="{B403D3BD-E4F7-4795-9CC3-80C1CC526D2E}" srcOrd="0" destOrd="0" presId="urn:microsoft.com/office/officeart/2005/8/layout/vProcess5"/>
    <dgm:cxn modelId="{31090E53-0446-43D3-A933-9DE3B19B266D}" type="presOf" srcId="{3C3DCBCC-BAA6-4B8C-9297-A8FFA3AEF18A}" destId="{F5AB3C1F-B770-4C9C-AC78-EB53AC3739FF}" srcOrd="1" destOrd="0" presId="urn:microsoft.com/office/officeart/2005/8/layout/vProcess5"/>
    <dgm:cxn modelId="{CB461979-EDF8-4150-8A2E-5BF494830B11}" type="presOf" srcId="{04D30DD8-7FE2-4799-B42C-6F502BFC7734}" destId="{EEF5C93D-6A19-4FDB-8B62-B785549192F1}" srcOrd="0" destOrd="0" presId="urn:microsoft.com/office/officeart/2005/8/layout/vProcess5"/>
    <dgm:cxn modelId="{2748207E-7DC8-4776-A681-930E73B854B0}" type="presOf" srcId="{04D30DD8-7FE2-4799-B42C-6F502BFC7734}" destId="{C7F5E5E2-7E96-47CB-B3F9-C5C810FDCEDD}" srcOrd="1" destOrd="0" presId="urn:microsoft.com/office/officeart/2005/8/layout/vProcess5"/>
    <dgm:cxn modelId="{E8081687-C272-47F2-A42E-6541BE641AF9}" type="presOf" srcId="{25F4AC0E-DA62-42A5-8C8B-F3B8EE524A1D}" destId="{9E887FE9-5F81-47B5-9327-19C60C1919F3}" srcOrd="0" destOrd="0" presId="urn:microsoft.com/office/officeart/2005/8/layout/vProcess5"/>
    <dgm:cxn modelId="{7C017F8A-BA5E-4E33-9FF5-EE30A4B7EBD1}" srcId="{5345BE5B-3E35-433B-AF12-160972B77CC9}" destId="{7C94BA80-6988-40DB-9081-EF39C0742904}" srcOrd="6" destOrd="0" parTransId="{9A2A22C4-39F7-4ED5-BBC4-3B8F27F89D65}" sibTransId="{1FA70C49-8A93-4082-8587-308A3C6CB03F}"/>
    <dgm:cxn modelId="{25A1BB8C-BAD5-4E62-BC10-47AFF359CAB8}" srcId="{5345BE5B-3E35-433B-AF12-160972B77CC9}" destId="{04D30DD8-7FE2-4799-B42C-6F502BFC7734}" srcOrd="2" destOrd="0" parTransId="{F101A400-E401-4C93-BA04-700B6DD24992}" sibTransId="{74643BEF-D19D-4A7B-9AAD-D0A0A4428DF2}"/>
    <dgm:cxn modelId="{DE9672A4-4869-4406-9237-5F8D5DAC30A9}" type="presOf" srcId="{3CB64790-0858-4C34-977E-2F19A00E94E5}" destId="{1D59B5C8-2480-42F1-A854-3394E6BE6608}" srcOrd="0" destOrd="0" presId="urn:microsoft.com/office/officeart/2005/8/layout/vProcess5"/>
    <dgm:cxn modelId="{AD4845B0-55C0-4207-98AC-F8E9A1CB0309}" type="presOf" srcId="{EFB40A38-D216-4D63-A4AA-72C14E263871}" destId="{B0F68921-EF43-46AC-B47E-1B5D23451F69}" srcOrd="0" destOrd="0" presId="urn:microsoft.com/office/officeart/2005/8/layout/vProcess5"/>
    <dgm:cxn modelId="{FB3AE2B1-C3E3-48DE-BA33-FC58ABB8FFAA}" type="presOf" srcId="{5E3FAD26-6DD6-48B6-A08C-C6D0E0D732CB}" destId="{51F6E6DA-21B8-48BB-9724-FAAC6B2BD9EC}" srcOrd="1" destOrd="0" presId="urn:microsoft.com/office/officeart/2005/8/layout/vProcess5"/>
    <dgm:cxn modelId="{004F45C9-8F77-4485-BBFF-1B2E287906FB}" srcId="{5345BE5B-3E35-433B-AF12-160972B77CC9}" destId="{1814BD16-0276-4FA2-BD79-F12A77E0B9D5}" srcOrd="5" destOrd="0" parTransId="{8C6742F4-BCA1-4E30-B852-410279DA3820}" sibTransId="{8629F77C-00B8-4965-8043-EECA27988E05}"/>
    <dgm:cxn modelId="{E99F6DE5-E12C-4DAC-8EDD-6F835F7B8C0C}" type="presOf" srcId="{74643BEF-D19D-4A7B-9AAD-D0A0A4428DF2}" destId="{3D6E881E-9E62-4AD4-A5A2-9336188A8E87}" srcOrd="0" destOrd="0" presId="urn:microsoft.com/office/officeart/2005/8/layout/vProcess5"/>
    <dgm:cxn modelId="{253D8ECE-6DD1-45F2-80F4-ABD4D3297E36}" type="presParOf" srcId="{FCEC68A3-971C-44BB-A326-9207A77E456E}" destId="{FFCC6E1E-ABD4-422A-A81B-FD032E4DA234}" srcOrd="0" destOrd="0" presId="urn:microsoft.com/office/officeart/2005/8/layout/vProcess5"/>
    <dgm:cxn modelId="{E79D65B9-0CF6-4828-AD2D-6D8002ECF610}" type="presParOf" srcId="{FCEC68A3-971C-44BB-A326-9207A77E456E}" destId="{B403D3BD-E4F7-4795-9CC3-80C1CC526D2E}" srcOrd="1" destOrd="0" presId="urn:microsoft.com/office/officeart/2005/8/layout/vProcess5"/>
    <dgm:cxn modelId="{E8DE14DC-0E42-42A1-9FF8-0F3F4F8DFA7D}" type="presParOf" srcId="{FCEC68A3-971C-44BB-A326-9207A77E456E}" destId="{B0F68921-EF43-46AC-B47E-1B5D23451F69}" srcOrd="2" destOrd="0" presId="urn:microsoft.com/office/officeart/2005/8/layout/vProcess5"/>
    <dgm:cxn modelId="{9CD2A1A5-4B06-4929-8978-4651E3C9AE01}" type="presParOf" srcId="{FCEC68A3-971C-44BB-A326-9207A77E456E}" destId="{EEF5C93D-6A19-4FDB-8B62-B785549192F1}" srcOrd="3" destOrd="0" presId="urn:microsoft.com/office/officeart/2005/8/layout/vProcess5"/>
    <dgm:cxn modelId="{6FAD9F4D-77DB-41EE-B380-1B8E8645C6C8}" type="presParOf" srcId="{FCEC68A3-971C-44BB-A326-9207A77E456E}" destId="{28BBC17E-417B-45CE-8619-B6DDF5031AB7}" srcOrd="4" destOrd="0" presId="urn:microsoft.com/office/officeart/2005/8/layout/vProcess5"/>
    <dgm:cxn modelId="{4ADF804F-827B-4A2C-AC0B-9284D9C44B80}" type="presParOf" srcId="{FCEC68A3-971C-44BB-A326-9207A77E456E}" destId="{9E887FE9-5F81-47B5-9327-19C60C1919F3}" srcOrd="5" destOrd="0" presId="urn:microsoft.com/office/officeart/2005/8/layout/vProcess5"/>
    <dgm:cxn modelId="{E4E972E6-AF5D-4408-8C3C-8BFD2713E32F}" type="presParOf" srcId="{FCEC68A3-971C-44BB-A326-9207A77E456E}" destId="{07D592B6-F084-445C-9B84-40CF351CA8F7}" srcOrd="6" destOrd="0" presId="urn:microsoft.com/office/officeart/2005/8/layout/vProcess5"/>
    <dgm:cxn modelId="{B01F8288-E4F5-426D-9CDE-A7D36E06E564}" type="presParOf" srcId="{FCEC68A3-971C-44BB-A326-9207A77E456E}" destId="{AB467AD7-E458-419C-B52F-8096316F79FB}" srcOrd="7" destOrd="0" presId="urn:microsoft.com/office/officeart/2005/8/layout/vProcess5"/>
    <dgm:cxn modelId="{89A38709-67E5-4048-8DEA-D5C001FF6E1F}" type="presParOf" srcId="{FCEC68A3-971C-44BB-A326-9207A77E456E}" destId="{3D6E881E-9E62-4AD4-A5A2-9336188A8E87}" srcOrd="8" destOrd="0" presId="urn:microsoft.com/office/officeart/2005/8/layout/vProcess5"/>
    <dgm:cxn modelId="{2A6C5581-C487-4D3C-AF43-9B5C6FCD6D7E}" type="presParOf" srcId="{FCEC68A3-971C-44BB-A326-9207A77E456E}" destId="{1D59B5C8-2480-42F1-A854-3394E6BE6608}" srcOrd="9" destOrd="0" presId="urn:microsoft.com/office/officeart/2005/8/layout/vProcess5"/>
    <dgm:cxn modelId="{8C9E564E-52B4-421E-A516-0AC02398B6B9}" type="presParOf" srcId="{FCEC68A3-971C-44BB-A326-9207A77E456E}" destId="{51F6E6DA-21B8-48BB-9724-FAAC6B2BD9EC}" srcOrd="10" destOrd="0" presId="urn:microsoft.com/office/officeart/2005/8/layout/vProcess5"/>
    <dgm:cxn modelId="{29F7047F-5664-49E8-B9A6-3AC5B60390D6}" type="presParOf" srcId="{FCEC68A3-971C-44BB-A326-9207A77E456E}" destId="{E5ACF1CD-D09A-4DCA-B110-779553132D2D}" srcOrd="11" destOrd="0" presId="urn:microsoft.com/office/officeart/2005/8/layout/vProcess5"/>
    <dgm:cxn modelId="{62EBB5BC-C45A-4622-B45D-DADC87A7C144}" type="presParOf" srcId="{FCEC68A3-971C-44BB-A326-9207A77E456E}" destId="{C7F5E5E2-7E96-47CB-B3F9-C5C810FDCEDD}" srcOrd="12" destOrd="0" presId="urn:microsoft.com/office/officeart/2005/8/layout/vProcess5"/>
    <dgm:cxn modelId="{B16B4D9B-6542-4419-969F-26680DBE7B1E}" type="presParOf" srcId="{FCEC68A3-971C-44BB-A326-9207A77E456E}" destId="{F5AB3C1F-B770-4C9C-AC78-EB53AC3739FF}" srcOrd="13" destOrd="0" presId="urn:microsoft.com/office/officeart/2005/8/layout/vProcess5"/>
    <dgm:cxn modelId="{58BED31E-570E-4192-807D-E851B0D959A3}" type="presParOf" srcId="{FCEC68A3-971C-44BB-A326-9207A77E456E}" destId="{0AFAA2B5-B429-4A32-ADD2-6DB2D6EDE87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8DB88A-38B0-4FE1-96C5-A1D4FB63E9AB}" type="doc">
      <dgm:prSet loTypeId="urn:microsoft.com/office/officeart/2005/8/layout/bProcess2" loCatId="process" qsTypeId="urn:microsoft.com/office/officeart/2005/8/quickstyle/simple1" qsCatId="simple" csTypeId="urn:microsoft.com/office/officeart/2005/8/colors/colorful5" csCatId="colorful" phldr="1"/>
      <dgm:spPr/>
      <dgm:t>
        <a:bodyPr/>
        <a:lstStyle/>
        <a:p>
          <a:endParaRPr lang="en-US"/>
        </a:p>
      </dgm:t>
    </dgm:pt>
    <dgm:pt modelId="{1740A7AA-8163-43DF-9B12-6CBFB8EA9EAE}">
      <dgm:prSet phldrT="[Text]"/>
      <dgm:spPr/>
      <dgm:t>
        <a:bodyPr/>
        <a:lstStyle/>
        <a:p>
          <a:r>
            <a:rPr lang="en-US" dirty="0"/>
            <a:t>To Make People Self-Reliant</a:t>
          </a:r>
        </a:p>
      </dgm:t>
    </dgm:pt>
    <dgm:pt modelId="{8B5FA4DA-C526-42C4-B98E-64C1E3D4F2E4}" type="parTrans" cxnId="{E5CB50E7-409A-44BA-8398-C1009EE20E25}">
      <dgm:prSet/>
      <dgm:spPr/>
      <dgm:t>
        <a:bodyPr/>
        <a:lstStyle/>
        <a:p>
          <a:endParaRPr lang="en-US"/>
        </a:p>
      </dgm:t>
    </dgm:pt>
    <dgm:pt modelId="{B4AB1434-5289-4F74-88D6-ACBE4E2ABB43}" type="sibTrans" cxnId="{E5CB50E7-409A-44BA-8398-C1009EE20E25}">
      <dgm:prSet/>
      <dgm:spPr/>
      <dgm:t>
        <a:bodyPr/>
        <a:lstStyle/>
        <a:p>
          <a:endParaRPr lang="en-US"/>
        </a:p>
      </dgm:t>
    </dgm:pt>
    <dgm:pt modelId="{88380DD3-7F3E-4E2C-B8F9-C23C480BA296}">
      <dgm:prSet phldrT="[Text]"/>
      <dgm:spPr/>
      <dgm:t>
        <a:bodyPr/>
        <a:lstStyle/>
        <a:p>
          <a:r>
            <a:rPr lang="en-US" b="1" dirty="0">
              <a:solidFill>
                <a:schemeClr val="bg1"/>
              </a:solidFill>
            </a:rPr>
            <a:t>Incumbent Measure</a:t>
          </a:r>
        </a:p>
      </dgm:t>
    </dgm:pt>
    <dgm:pt modelId="{9EE61775-DC0F-4A1F-A2A5-3E59B305D657}" type="parTrans" cxnId="{F5ABC509-17D3-4A36-BABD-3AF128B00A25}">
      <dgm:prSet/>
      <dgm:spPr/>
      <dgm:t>
        <a:bodyPr/>
        <a:lstStyle/>
        <a:p>
          <a:endParaRPr lang="en-US"/>
        </a:p>
      </dgm:t>
    </dgm:pt>
    <dgm:pt modelId="{8E5A4DB4-2A23-415B-8FDE-9C857D53E84F}" type="sibTrans" cxnId="{F5ABC509-17D3-4A36-BABD-3AF128B00A25}">
      <dgm:prSet/>
      <dgm:spPr/>
      <dgm:t>
        <a:bodyPr/>
        <a:lstStyle/>
        <a:p>
          <a:endParaRPr lang="en-US"/>
        </a:p>
      </dgm:t>
    </dgm:pt>
    <dgm:pt modelId="{103D2248-CAD3-425D-987E-DA7E8A723482}">
      <dgm:prSet phldrT="[Text]"/>
      <dgm:spPr/>
      <dgm:t>
        <a:bodyPr/>
        <a:lstStyle/>
        <a:p>
          <a:r>
            <a:rPr lang="en-US" b="1" dirty="0">
              <a:solidFill>
                <a:schemeClr val="bg1"/>
              </a:solidFill>
            </a:rPr>
            <a:t>Religious Perspective </a:t>
          </a:r>
        </a:p>
      </dgm:t>
    </dgm:pt>
    <dgm:pt modelId="{FC3D6F32-760A-41F5-A2A5-61391B5C00FE}" type="parTrans" cxnId="{04A4A2D7-42C1-404B-8152-6FA4D921A750}">
      <dgm:prSet/>
      <dgm:spPr/>
      <dgm:t>
        <a:bodyPr/>
        <a:lstStyle/>
        <a:p>
          <a:endParaRPr lang="en-US"/>
        </a:p>
      </dgm:t>
    </dgm:pt>
    <dgm:pt modelId="{7B8226C2-B9F0-4C6D-8D7B-5BC3AAA9BA8E}" type="sibTrans" cxnId="{04A4A2D7-42C1-404B-8152-6FA4D921A750}">
      <dgm:prSet/>
      <dgm:spPr/>
      <dgm:t>
        <a:bodyPr/>
        <a:lstStyle/>
        <a:p>
          <a:endParaRPr lang="en-US"/>
        </a:p>
      </dgm:t>
    </dgm:pt>
    <dgm:pt modelId="{780D2C1D-D83C-4726-9C4E-816FCA90EAE5}">
      <dgm:prSet/>
      <dgm:spPr/>
      <dgm:t>
        <a:bodyPr/>
        <a:lstStyle/>
        <a:p>
          <a:r>
            <a:rPr lang="en-US" b="1" dirty="0">
              <a:solidFill>
                <a:schemeClr val="bg1"/>
              </a:solidFill>
            </a:rPr>
            <a:t>The Failure of Parliamentary Form of Government</a:t>
          </a:r>
        </a:p>
      </dgm:t>
    </dgm:pt>
    <dgm:pt modelId="{092A5515-6CA3-4314-B8F6-20003F180375}" type="parTrans" cxnId="{B6517660-DA37-41A9-BA46-CC877E73F4FD}">
      <dgm:prSet/>
      <dgm:spPr/>
      <dgm:t>
        <a:bodyPr/>
        <a:lstStyle/>
        <a:p>
          <a:endParaRPr lang="en-US"/>
        </a:p>
      </dgm:t>
    </dgm:pt>
    <dgm:pt modelId="{F1705535-990D-48CE-AD11-5011D11B7E69}" type="sibTrans" cxnId="{B6517660-DA37-41A9-BA46-CC877E73F4FD}">
      <dgm:prSet/>
      <dgm:spPr/>
      <dgm:t>
        <a:bodyPr/>
        <a:lstStyle/>
        <a:p>
          <a:endParaRPr lang="en-US"/>
        </a:p>
      </dgm:t>
    </dgm:pt>
    <dgm:pt modelId="{5F781BD0-17AE-44B4-BA2E-971A82F95C9A}">
      <dgm:prSet/>
      <dgm:spPr/>
      <dgm:t>
        <a:bodyPr/>
        <a:lstStyle/>
        <a:p>
          <a:r>
            <a:rPr lang="en-US" b="1" dirty="0">
              <a:solidFill>
                <a:schemeClr val="bg2"/>
              </a:solidFill>
            </a:rPr>
            <a:t>The Failure of the Political Parties</a:t>
          </a:r>
        </a:p>
      </dgm:t>
    </dgm:pt>
    <dgm:pt modelId="{840178D2-EFCF-4BB3-8523-2D34E42AA32C}" type="parTrans" cxnId="{8A05B55A-F47A-40A8-AACB-033E92CA5687}">
      <dgm:prSet/>
      <dgm:spPr/>
      <dgm:t>
        <a:bodyPr/>
        <a:lstStyle/>
        <a:p>
          <a:endParaRPr lang="en-US"/>
        </a:p>
      </dgm:t>
    </dgm:pt>
    <dgm:pt modelId="{A998B933-B786-4728-A4A4-172EED285B1F}" type="sibTrans" cxnId="{8A05B55A-F47A-40A8-AACB-033E92CA5687}">
      <dgm:prSet/>
      <dgm:spPr/>
      <dgm:t>
        <a:bodyPr/>
        <a:lstStyle/>
        <a:p>
          <a:endParaRPr lang="en-US"/>
        </a:p>
      </dgm:t>
    </dgm:pt>
    <dgm:pt modelId="{D81EB35E-DF11-4985-AD40-62480B1B392F}">
      <dgm:prSet/>
      <dgm:spPr/>
      <dgm:t>
        <a:bodyPr/>
        <a:lstStyle/>
        <a:p>
          <a:r>
            <a:rPr lang="en-US"/>
            <a:t>Amalgamation of Civil and Military Administration </a:t>
          </a:r>
          <a:endParaRPr lang="en-US" dirty="0"/>
        </a:p>
      </dgm:t>
    </dgm:pt>
    <dgm:pt modelId="{B2762D58-450B-447E-B9D9-3F54C26306F0}" type="parTrans" cxnId="{86E11D8C-7653-4966-B44F-DE5BDA4D40F3}">
      <dgm:prSet/>
      <dgm:spPr/>
      <dgm:t>
        <a:bodyPr/>
        <a:lstStyle/>
        <a:p>
          <a:endParaRPr lang="en-US"/>
        </a:p>
      </dgm:t>
    </dgm:pt>
    <dgm:pt modelId="{B3F7AE27-40EC-4A08-A3F2-C976BAA03592}" type="sibTrans" cxnId="{86E11D8C-7653-4966-B44F-DE5BDA4D40F3}">
      <dgm:prSet/>
      <dgm:spPr/>
      <dgm:t>
        <a:bodyPr/>
        <a:lstStyle/>
        <a:p>
          <a:endParaRPr lang="en-US"/>
        </a:p>
      </dgm:t>
    </dgm:pt>
    <dgm:pt modelId="{C0C73AA4-481F-41E7-9FC5-C6A287CAD030}">
      <dgm:prSet/>
      <dgm:spPr/>
      <dgm:t>
        <a:bodyPr/>
        <a:lstStyle/>
        <a:p>
          <a:r>
            <a:rPr lang="en-US" b="1" dirty="0">
              <a:solidFill>
                <a:schemeClr val="bg1"/>
              </a:solidFill>
            </a:rPr>
            <a:t>For Strengthening his Position</a:t>
          </a:r>
        </a:p>
      </dgm:t>
    </dgm:pt>
    <dgm:pt modelId="{C930C85D-B5D9-4F0B-B496-B46F580437E8}" type="parTrans" cxnId="{B5D0F4E0-6A5F-4F7D-91C2-227190383633}">
      <dgm:prSet/>
      <dgm:spPr/>
      <dgm:t>
        <a:bodyPr/>
        <a:lstStyle/>
        <a:p>
          <a:endParaRPr lang="en-US"/>
        </a:p>
      </dgm:t>
    </dgm:pt>
    <dgm:pt modelId="{2B7AC7F5-4320-4C29-99D2-11D5B83B5356}" type="sibTrans" cxnId="{B5D0F4E0-6A5F-4F7D-91C2-227190383633}">
      <dgm:prSet/>
      <dgm:spPr/>
      <dgm:t>
        <a:bodyPr/>
        <a:lstStyle/>
        <a:p>
          <a:endParaRPr lang="en-US"/>
        </a:p>
      </dgm:t>
    </dgm:pt>
    <dgm:pt modelId="{AEF5E1D3-DF75-4CEA-B4EF-E6C4C96200D5}">
      <dgm:prSet/>
      <dgm:spPr/>
      <dgm:t>
        <a:bodyPr/>
        <a:lstStyle/>
        <a:p>
          <a:r>
            <a:rPr lang="en-US" b="1" dirty="0">
              <a:solidFill>
                <a:schemeClr val="bg1"/>
              </a:solidFill>
            </a:rPr>
            <a:t>Polarization of Leadership</a:t>
          </a:r>
        </a:p>
      </dgm:t>
    </dgm:pt>
    <dgm:pt modelId="{11ED34B5-C8B5-41CC-BC54-9F8872DEEDC9}" type="parTrans" cxnId="{4C0A64BB-BAA5-4212-B8F0-B9201F575FCB}">
      <dgm:prSet/>
      <dgm:spPr/>
      <dgm:t>
        <a:bodyPr/>
        <a:lstStyle/>
        <a:p>
          <a:endParaRPr lang="en-US"/>
        </a:p>
      </dgm:t>
    </dgm:pt>
    <dgm:pt modelId="{2641C7AF-52C2-4E31-B44C-4187AF2DF043}" type="sibTrans" cxnId="{4C0A64BB-BAA5-4212-B8F0-B9201F575FCB}">
      <dgm:prSet/>
      <dgm:spPr/>
      <dgm:t>
        <a:bodyPr/>
        <a:lstStyle/>
        <a:p>
          <a:endParaRPr lang="en-US"/>
        </a:p>
      </dgm:t>
    </dgm:pt>
    <dgm:pt modelId="{C89F54DD-B977-47D2-ABED-F9C2F8800699}" type="pres">
      <dgm:prSet presAssocID="{998DB88A-38B0-4FE1-96C5-A1D4FB63E9AB}" presName="diagram" presStyleCnt="0">
        <dgm:presLayoutVars>
          <dgm:dir/>
          <dgm:resizeHandles/>
        </dgm:presLayoutVars>
      </dgm:prSet>
      <dgm:spPr/>
    </dgm:pt>
    <dgm:pt modelId="{04EFFCDA-4772-4C9F-B07D-BFD18CA83EF0}" type="pres">
      <dgm:prSet presAssocID="{1740A7AA-8163-43DF-9B12-6CBFB8EA9EAE}" presName="firstNode" presStyleLbl="node1" presStyleIdx="0" presStyleCnt="8">
        <dgm:presLayoutVars>
          <dgm:bulletEnabled val="1"/>
        </dgm:presLayoutVars>
      </dgm:prSet>
      <dgm:spPr/>
    </dgm:pt>
    <dgm:pt modelId="{28A54790-0A42-4372-9356-71545B0B06DF}" type="pres">
      <dgm:prSet presAssocID="{B4AB1434-5289-4F74-88D6-ACBE4E2ABB43}" presName="sibTrans" presStyleLbl="sibTrans2D1" presStyleIdx="0" presStyleCnt="7"/>
      <dgm:spPr/>
    </dgm:pt>
    <dgm:pt modelId="{B2C96E0E-3F2F-4D89-88EC-B2518842490E}" type="pres">
      <dgm:prSet presAssocID="{780D2C1D-D83C-4726-9C4E-816FCA90EAE5}" presName="middleNode" presStyleCnt="0"/>
      <dgm:spPr/>
    </dgm:pt>
    <dgm:pt modelId="{8A1AE383-D356-4D6E-A167-61C23C891C07}" type="pres">
      <dgm:prSet presAssocID="{780D2C1D-D83C-4726-9C4E-816FCA90EAE5}" presName="padding" presStyleLbl="node1" presStyleIdx="0" presStyleCnt="8"/>
      <dgm:spPr/>
    </dgm:pt>
    <dgm:pt modelId="{78EECF64-5101-4A22-BB12-00F173D993DE}" type="pres">
      <dgm:prSet presAssocID="{780D2C1D-D83C-4726-9C4E-816FCA90EAE5}" presName="shape" presStyleLbl="node1" presStyleIdx="1" presStyleCnt="8" custScaleX="137698">
        <dgm:presLayoutVars>
          <dgm:bulletEnabled val="1"/>
        </dgm:presLayoutVars>
      </dgm:prSet>
      <dgm:spPr/>
    </dgm:pt>
    <dgm:pt modelId="{91CE4F44-CB6D-45F1-805C-D873843BBBBF}" type="pres">
      <dgm:prSet presAssocID="{F1705535-990D-48CE-AD11-5011D11B7E69}" presName="sibTrans" presStyleLbl="sibTrans2D1" presStyleIdx="1" presStyleCnt="7"/>
      <dgm:spPr/>
    </dgm:pt>
    <dgm:pt modelId="{E3EB8888-7EF1-48DD-BEC1-729C12D0C693}" type="pres">
      <dgm:prSet presAssocID="{5F781BD0-17AE-44B4-BA2E-971A82F95C9A}" presName="middleNode" presStyleCnt="0"/>
      <dgm:spPr/>
    </dgm:pt>
    <dgm:pt modelId="{23AA4CCA-D28C-48C4-8F33-FF2A6B1188B7}" type="pres">
      <dgm:prSet presAssocID="{5F781BD0-17AE-44B4-BA2E-971A82F95C9A}" presName="padding" presStyleLbl="node1" presStyleIdx="1" presStyleCnt="8"/>
      <dgm:spPr/>
    </dgm:pt>
    <dgm:pt modelId="{51CB8FBF-FC03-498F-839F-1373EE05771C}" type="pres">
      <dgm:prSet presAssocID="{5F781BD0-17AE-44B4-BA2E-971A82F95C9A}" presName="shape" presStyleLbl="node1" presStyleIdx="2" presStyleCnt="8" custScaleX="176073">
        <dgm:presLayoutVars>
          <dgm:bulletEnabled val="1"/>
        </dgm:presLayoutVars>
      </dgm:prSet>
      <dgm:spPr/>
    </dgm:pt>
    <dgm:pt modelId="{4D4073DE-5035-4B73-99BC-B68F5368CB86}" type="pres">
      <dgm:prSet presAssocID="{A998B933-B786-4728-A4A4-172EED285B1F}" presName="sibTrans" presStyleLbl="sibTrans2D1" presStyleIdx="2" presStyleCnt="7"/>
      <dgm:spPr/>
    </dgm:pt>
    <dgm:pt modelId="{334FADC6-156A-45CB-AD13-99AD9E0F6C6A}" type="pres">
      <dgm:prSet presAssocID="{88380DD3-7F3E-4E2C-B8F9-C23C480BA296}" presName="middleNode" presStyleCnt="0"/>
      <dgm:spPr/>
    </dgm:pt>
    <dgm:pt modelId="{23602198-6DCA-46B6-B623-BBB798E9B78E}" type="pres">
      <dgm:prSet presAssocID="{88380DD3-7F3E-4E2C-B8F9-C23C480BA296}" presName="padding" presStyleLbl="node1" presStyleIdx="2" presStyleCnt="8"/>
      <dgm:spPr/>
    </dgm:pt>
    <dgm:pt modelId="{E02BBB37-C69F-4F46-8F83-1A66398B3B37}" type="pres">
      <dgm:prSet presAssocID="{88380DD3-7F3E-4E2C-B8F9-C23C480BA296}" presName="shape" presStyleLbl="node1" presStyleIdx="3" presStyleCnt="8" custScaleX="149221" custScaleY="117611">
        <dgm:presLayoutVars>
          <dgm:bulletEnabled val="1"/>
        </dgm:presLayoutVars>
      </dgm:prSet>
      <dgm:spPr/>
    </dgm:pt>
    <dgm:pt modelId="{DDA2339E-2428-4210-A5D4-AA71D06266EA}" type="pres">
      <dgm:prSet presAssocID="{8E5A4DB4-2A23-415B-8FDE-9C857D53E84F}" presName="sibTrans" presStyleLbl="sibTrans2D1" presStyleIdx="3" presStyleCnt="7"/>
      <dgm:spPr/>
    </dgm:pt>
    <dgm:pt modelId="{86CD3468-11E8-433C-AC43-856FA9B61F1D}" type="pres">
      <dgm:prSet presAssocID="{103D2248-CAD3-425D-987E-DA7E8A723482}" presName="middleNode" presStyleCnt="0"/>
      <dgm:spPr/>
    </dgm:pt>
    <dgm:pt modelId="{934FC360-7209-44F4-BE86-058E78E62163}" type="pres">
      <dgm:prSet presAssocID="{103D2248-CAD3-425D-987E-DA7E8A723482}" presName="padding" presStyleLbl="node1" presStyleIdx="3" presStyleCnt="8"/>
      <dgm:spPr/>
    </dgm:pt>
    <dgm:pt modelId="{D70DCF3C-F360-43C1-949E-734B0CD9B651}" type="pres">
      <dgm:prSet presAssocID="{103D2248-CAD3-425D-987E-DA7E8A723482}" presName="shape" presStyleLbl="node1" presStyleIdx="4" presStyleCnt="8">
        <dgm:presLayoutVars>
          <dgm:bulletEnabled val="1"/>
        </dgm:presLayoutVars>
      </dgm:prSet>
      <dgm:spPr/>
    </dgm:pt>
    <dgm:pt modelId="{C58DCF6B-D540-4A0D-87A3-19A667860E3C}" type="pres">
      <dgm:prSet presAssocID="{7B8226C2-B9F0-4C6D-8D7B-5BC3AAA9BA8E}" presName="sibTrans" presStyleLbl="sibTrans2D1" presStyleIdx="4" presStyleCnt="7"/>
      <dgm:spPr/>
    </dgm:pt>
    <dgm:pt modelId="{F8D9BA6F-86CA-4EF1-9AC4-EED611ABDB80}" type="pres">
      <dgm:prSet presAssocID="{AEF5E1D3-DF75-4CEA-B4EF-E6C4C96200D5}" presName="middleNode" presStyleCnt="0"/>
      <dgm:spPr/>
    </dgm:pt>
    <dgm:pt modelId="{062241D9-B045-497D-BE66-E25237BB9A6D}" type="pres">
      <dgm:prSet presAssocID="{AEF5E1D3-DF75-4CEA-B4EF-E6C4C96200D5}" presName="padding" presStyleLbl="node1" presStyleIdx="4" presStyleCnt="8"/>
      <dgm:spPr/>
    </dgm:pt>
    <dgm:pt modelId="{DE375D67-587E-496B-A83A-485BD757ED51}" type="pres">
      <dgm:prSet presAssocID="{AEF5E1D3-DF75-4CEA-B4EF-E6C4C96200D5}" presName="shape" presStyleLbl="node1" presStyleIdx="5" presStyleCnt="8" custScaleX="167533">
        <dgm:presLayoutVars>
          <dgm:bulletEnabled val="1"/>
        </dgm:presLayoutVars>
      </dgm:prSet>
      <dgm:spPr/>
    </dgm:pt>
    <dgm:pt modelId="{85FB9C68-15AF-4EA2-9301-6C5031C97F21}" type="pres">
      <dgm:prSet presAssocID="{2641C7AF-52C2-4E31-B44C-4187AF2DF043}" presName="sibTrans" presStyleLbl="sibTrans2D1" presStyleIdx="5" presStyleCnt="7"/>
      <dgm:spPr/>
    </dgm:pt>
    <dgm:pt modelId="{1ED22E9C-3537-4713-BD3A-AAAA64FED1E3}" type="pres">
      <dgm:prSet presAssocID="{C0C73AA4-481F-41E7-9FC5-C6A287CAD030}" presName="middleNode" presStyleCnt="0"/>
      <dgm:spPr/>
    </dgm:pt>
    <dgm:pt modelId="{B37722B0-DE2E-484D-9A60-EAAE448D724A}" type="pres">
      <dgm:prSet presAssocID="{C0C73AA4-481F-41E7-9FC5-C6A287CAD030}" presName="padding" presStyleLbl="node1" presStyleIdx="5" presStyleCnt="8"/>
      <dgm:spPr/>
    </dgm:pt>
    <dgm:pt modelId="{567376A5-F628-4E3D-93EA-047411256FED}" type="pres">
      <dgm:prSet presAssocID="{C0C73AA4-481F-41E7-9FC5-C6A287CAD030}" presName="shape" presStyleLbl="node1" presStyleIdx="6" presStyleCnt="8" custScaleY="143902">
        <dgm:presLayoutVars>
          <dgm:bulletEnabled val="1"/>
        </dgm:presLayoutVars>
      </dgm:prSet>
      <dgm:spPr/>
    </dgm:pt>
    <dgm:pt modelId="{AA08C501-5C47-4B75-954E-73C5A4B9E1A0}" type="pres">
      <dgm:prSet presAssocID="{2B7AC7F5-4320-4C29-99D2-11D5B83B5356}" presName="sibTrans" presStyleLbl="sibTrans2D1" presStyleIdx="6" presStyleCnt="7"/>
      <dgm:spPr/>
    </dgm:pt>
    <dgm:pt modelId="{96FF9176-9625-4092-A786-0F49540F04FA}" type="pres">
      <dgm:prSet presAssocID="{D81EB35E-DF11-4985-AD40-62480B1B392F}" presName="lastNode" presStyleLbl="node1" presStyleIdx="7" presStyleCnt="8">
        <dgm:presLayoutVars>
          <dgm:bulletEnabled val="1"/>
        </dgm:presLayoutVars>
      </dgm:prSet>
      <dgm:spPr/>
    </dgm:pt>
  </dgm:ptLst>
  <dgm:cxnLst>
    <dgm:cxn modelId="{F5ABC509-17D3-4A36-BABD-3AF128B00A25}" srcId="{998DB88A-38B0-4FE1-96C5-A1D4FB63E9AB}" destId="{88380DD3-7F3E-4E2C-B8F9-C23C480BA296}" srcOrd="3" destOrd="0" parTransId="{9EE61775-DC0F-4A1F-A2A5-3E59B305D657}" sibTransId="{8E5A4DB4-2A23-415B-8FDE-9C857D53E84F}"/>
    <dgm:cxn modelId="{AEF8A40E-636A-4C4F-BC0B-14A410FD6E9F}" type="presOf" srcId="{103D2248-CAD3-425D-987E-DA7E8A723482}" destId="{D70DCF3C-F360-43C1-949E-734B0CD9B651}" srcOrd="0" destOrd="0" presId="urn:microsoft.com/office/officeart/2005/8/layout/bProcess2"/>
    <dgm:cxn modelId="{5A20052F-6B3A-44DF-BC73-899B53D449BA}" type="presOf" srcId="{B4AB1434-5289-4F74-88D6-ACBE4E2ABB43}" destId="{28A54790-0A42-4372-9356-71545B0B06DF}" srcOrd="0" destOrd="0" presId="urn:microsoft.com/office/officeart/2005/8/layout/bProcess2"/>
    <dgm:cxn modelId="{BCA48E32-8EC5-47F2-B3FF-0130706FECC3}" type="presOf" srcId="{C0C73AA4-481F-41E7-9FC5-C6A287CAD030}" destId="{567376A5-F628-4E3D-93EA-047411256FED}" srcOrd="0" destOrd="0" presId="urn:microsoft.com/office/officeart/2005/8/layout/bProcess2"/>
    <dgm:cxn modelId="{CCFAD139-4CB3-41C7-AEEA-9035E46702A9}" type="presOf" srcId="{780D2C1D-D83C-4726-9C4E-816FCA90EAE5}" destId="{78EECF64-5101-4A22-BB12-00F173D993DE}" srcOrd="0" destOrd="0" presId="urn:microsoft.com/office/officeart/2005/8/layout/bProcess2"/>
    <dgm:cxn modelId="{B6517660-DA37-41A9-BA46-CC877E73F4FD}" srcId="{998DB88A-38B0-4FE1-96C5-A1D4FB63E9AB}" destId="{780D2C1D-D83C-4726-9C4E-816FCA90EAE5}" srcOrd="1" destOrd="0" parTransId="{092A5515-6CA3-4314-B8F6-20003F180375}" sibTransId="{F1705535-990D-48CE-AD11-5011D11B7E69}"/>
    <dgm:cxn modelId="{794AAE66-1DA6-491B-81EB-8089576C979A}" type="presOf" srcId="{88380DD3-7F3E-4E2C-B8F9-C23C480BA296}" destId="{E02BBB37-C69F-4F46-8F83-1A66398B3B37}" srcOrd="0" destOrd="0" presId="urn:microsoft.com/office/officeart/2005/8/layout/bProcess2"/>
    <dgm:cxn modelId="{03423276-4EFA-4E77-918B-3D95863CA892}" type="presOf" srcId="{A998B933-B786-4728-A4A4-172EED285B1F}" destId="{4D4073DE-5035-4B73-99BC-B68F5368CB86}" srcOrd="0" destOrd="0" presId="urn:microsoft.com/office/officeart/2005/8/layout/bProcess2"/>
    <dgm:cxn modelId="{B602FF79-44FA-4EEC-9AB9-C08D6ECE9F88}" type="presOf" srcId="{1740A7AA-8163-43DF-9B12-6CBFB8EA9EAE}" destId="{04EFFCDA-4772-4C9F-B07D-BFD18CA83EF0}" srcOrd="0" destOrd="0" presId="urn:microsoft.com/office/officeart/2005/8/layout/bProcess2"/>
    <dgm:cxn modelId="{8A05B55A-F47A-40A8-AACB-033E92CA5687}" srcId="{998DB88A-38B0-4FE1-96C5-A1D4FB63E9AB}" destId="{5F781BD0-17AE-44B4-BA2E-971A82F95C9A}" srcOrd="2" destOrd="0" parTransId="{840178D2-EFCF-4BB3-8523-2D34E42AA32C}" sibTransId="{A998B933-B786-4728-A4A4-172EED285B1F}"/>
    <dgm:cxn modelId="{58D5F180-9294-49F7-81EC-2BE0B7F09D61}" type="presOf" srcId="{F1705535-990D-48CE-AD11-5011D11B7E69}" destId="{91CE4F44-CB6D-45F1-805C-D873843BBBBF}" srcOrd="0" destOrd="0" presId="urn:microsoft.com/office/officeart/2005/8/layout/bProcess2"/>
    <dgm:cxn modelId="{98B1C283-E634-41E7-8CB3-8ACD04DB80E4}" type="presOf" srcId="{8E5A4DB4-2A23-415B-8FDE-9C857D53E84F}" destId="{DDA2339E-2428-4210-A5D4-AA71D06266EA}" srcOrd="0" destOrd="0" presId="urn:microsoft.com/office/officeart/2005/8/layout/bProcess2"/>
    <dgm:cxn modelId="{86E11D8C-7653-4966-B44F-DE5BDA4D40F3}" srcId="{998DB88A-38B0-4FE1-96C5-A1D4FB63E9AB}" destId="{D81EB35E-DF11-4985-AD40-62480B1B392F}" srcOrd="7" destOrd="0" parTransId="{B2762D58-450B-447E-B9D9-3F54C26306F0}" sibTransId="{B3F7AE27-40EC-4A08-A3F2-C976BAA03592}"/>
    <dgm:cxn modelId="{229E478F-33E7-4571-87A6-F4F84AA4137A}" type="presOf" srcId="{AEF5E1D3-DF75-4CEA-B4EF-E6C4C96200D5}" destId="{DE375D67-587E-496B-A83A-485BD757ED51}" srcOrd="0" destOrd="0" presId="urn:microsoft.com/office/officeart/2005/8/layout/bProcess2"/>
    <dgm:cxn modelId="{82C53B99-3988-4EBA-940A-ACFE59AF98FF}" type="presOf" srcId="{7B8226C2-B9F0-4C6D-8D7B-5BC3AAA9BA8E}" destId="{C58DCF6B-D540-4A0D-87A3-19A667860E3C}" srcOrd="0" destOrd="0" presId="urn:microsoft.com/office/officeart/2005/8/layout/bProcess2"/>
    <dgm:cxn modelId="{36D688A7-D584-48B0-BA4B-76BF1B950493}" type="presOf" srcId="{D81EB35E-DF11-4985-AD40-62480B1B392F}" destId="{96FF9176-9625-4092-A786-0F49540F04FA}" srcOrd="0" destOrd="0" presId="urn:microsoft.com/office/officeart/2005/8/layout/bProcess2"/>
    <dgm:cxn modelId="{52BC02B4-7156-4A49-ADF2-BEF4B1207A56}" type="presOf" srcId="{2B7AC7F5-4320-4C29-99D2-11D5B83B5356}" destId="{AA08C501-5C47-4B75-954E-73C5A4B9E1A0}" srcOrd="0" destOrd="0" presId="urn:microsoft.com/office/officeart/2005/8/layout/bProcess2"/>
    <dgm:cxn modelId="{4C0A64BB-BAA5-4212-B8F0-B9201F575FCB}" srcId="{998DB88A-38B0-4FE1-96C5-A1D4FB63E9AB}" destId="{AEF5E1D3-DF75-4CEA-B4EF-E6C4C96200D5}" srcOrd="5" destOrd="0" parTransId="{11ED34B5-C8B5-41CC-BC54-9F8872DEEDC9}" sibTransId="{2641C7AF-52C2-4E31-B44C-4187AF2DF043}"/>
    <dgm:cxn modelId="{675825CB-C372-493F-9A21-B0812201EFE5}" type="presOf" srcId="{5F781BD0-17AE-44B4-BA2E-971A82F95C9A}" destId="{51CB8FBF-FC03-498F-839F-1373EE05771C}" srcOrd="0" destOrd="0" presId="urn:microsoft.com/office/officeart/2005/8/layout/bProcess2"/>
    <dgm:cxn modelId="{04A4A2D7-42C1-404B-8152-6FA4D921A750}" srcId="{998DB88A-38B0-4FE1-96C5-A1D4FB63E9AB}" destId="{103D2248-CAD3-425D-987E-DA7E8A723482}" srcOrd="4" destOrd="0" parTransId="{FC3D6F32-760A-41F5-A2A5-61391B5C00FE}" sibTransId="{7B8226C2-B9F0-4C6D-8D7B-5BC3AAA9BA8E}"/>
    <dgm:cxn modelId="{351AA8DC-B8F3-4E5D-96D5-34874DC29AF9}" type="presOf" srcId="{998DB88A-38B0-4FE1-96C5-A1D4FB63E9AB}" destId="{C89F54DD-B977-47D2-ABED-F9C2F8800699}" srcOrd="0" destOrd="0" presId="urn:microsoft.com/office/officeart/2005/8/layout/bProcess2"/>
    <dgm:cxn modelId="{B5D0F4E0-6A5F-4F7D-91C2-227190383633}" srcId="{998DB88A-38B0-4FE1-96C5-A1D4FB63E9AB}" destId="{C0C73AA4-481F-41E7-9FC5-C6A287CAD030}" srcOrd="6" destOrd="0" parTransId="{C930C85D-B5D9-4F0B-B496-B46F580437E8}" sibTransId="{2B7AC7F5-4320-4C29-99D2-11D5B83B5356}"/>
    <dgm:cxn modelId="{E5CB50E7-409A-44BA-8398-C1009EE20E25}" srcId="{998DB88A-38B0-4FE1-96C5-A1D4FB63E9AB}" destId="{1740A7AA-8163-43DF-9B12-6CBFB8EA9EAE}" srcOrd="0" destOrd="0" parTransId="{8B5FA4DA-C526-42C4-B98E-64C1E3D4F2E4}" sibTransId="{B4AB1434-5289-4F74-88D6-ACBE4E2ABB43}"/>
    <dgm:cxn modelId="{2AF2DCFB-C37B-4A00-A161-C4CA5A00FDC7}" type="presOf" srcId="{2641C7AF-52C2-4E31-B44C-4187AF2DF043}" destId="{85FB9C68-15AF-4EA2-9301-6C5031C97F21}" srcOrd="0" destOrd="0" presId="urn:microsoft.com/office/officeart/2005/8/layout/bProcess2"/>
    <dgm:cxn modelId="{E00718C4-73E5-42E6-A6BD-2A3BBDBC6794}" type="presParOf" srcId="{C89F54DD-B977-47D2-ABED-F9C2F8800699}" destId="{04EFFCDA-4772-4C9F-B07D-BFD18CA83EF0}" srcOrd="0" destOrd="0" presId="urn:microsoft.com/office/officeart/2005/8/layout/bProcess2"/>
    <dgm:cxn modelId="{31D3CAAF-1621-46ED-8846-4059B21DA2D3}" type="presParOf" srcId="{C89F54DD-B977-47D2-ABED-F9C2F8800699}" destId="{28A54790-0A42-4372-9356-71545B0B06DF}" srcOrd="1" destOrd="0" presId="urn:microsoft.com/office/officeart/2005/8/layout/bProcess2"/>
    <dgm:cxn modelId="{D9110195-A313-45FF-8CC2-51CFE97B7846}" type="presParOf" srcId="{C89F54DD-B977-47D2-ABED-F9C2F8800699}" destId="{B2C96E0E-3F2F-4D89-88EC-B2518842490E}" srcOrd="2" destOrd="0" presId="urn:microsoft.com/office/officeart/2005/8/layout/bProcess2"/>
    <dgm:cxn modelId="{D80956F7-1691-4991-8943-1691890C33CE}" type="presParOf" srcId="{B2C96E0E-3F2F-4D89-88EC-B2518842490E}" destId="{8A1AE383-D356-4D6E-A167-61C23C891C07}" srcOrd="0" destOrd="0" presId="urn:microsoft.com/office/officeart/2005/8/layout/bProcess2"/>
    <dgm:cxn modelId="{C29F4071-8D0D-48B8-BCB4-CA832FED3118}" type="presParOf" srcId="{B2C96E0E-3F2F-4D89-88EC-B2518842490E}" destId="{78EECF64-5101-4A22-BB12-00F173D993DE}" srcOrd="1" destOrd="0" presId="urn:microsoft.com/office/officeart/2005/8/layout/bProcess2"/>
    <dgm:cxn modelId="{DF8D2946-1946-40F8-B2EF-82DF3F4336D5}" type="presParOf" srcId="{C89F54DD-B977-47D2-ABED-F9C2F8800699}" destId="{91CE4F44-CB6D-45F1-805C-D873843BBBBF}" srcOrd="3" destOrd="0" presId="urn:microsoft.com/office/officeart/2005/8/layout/bProcess2"/>
    <dgm:cxn modelId="{81270D30-3C20-4D33-848C-0942AA911C33}" type="presParOf" srcId="{C89F54DD-B977-47D2-ABED-F9C2F8800699}" destId="{E3EB8888-7EF1-48DD-BEC1-729C12D0C693}" srcOrd="4" destOrd="0" presId="urn:microsoft.com/office/officeart/2005/8/layout/bProcess2"/>
    <dgm:cxn modelId="{4135F8A1-278F-4442-8CC9-A77D9FF3681B}" type="presParOf" srcId="{E3EB8888-7EF1-48DD-BEC1-729C12D0C693}" destId="{23AA4CCA-D28C-48C4-8F33-FF2A6B1188B7}" srcOrd="0" destOrd="0" presId="urn:microsoft.com/office/officeart/2005/8/layout/bProcess2"/>
    <dgm:cxn modelId="{A3EEA80D-8CCE-4B50-85A1-33F840C4343F}" type="presParOf" srcId="{E3EB8888-7EF1-48DD-BEC1-729C12D0C693}" destId="{51CB8FBF-FC03-498F-839F-1373EE05771C}" srcOrd="1" destOrd="0" presId="urn:microsoft.com/office/officeart/2005/8/layout/bProcess2"/>
    <dgm:cxn modelId="{8730FC67-83DF-4289-A3E2-49F58E027D97}" type="presParOf" srcId="{C89F54DD-B977-47D2-ABED-F9C2F8800699}" destId="{4D4073DE-5035-4B73-99BC-B68F5368CB86}" srcOrd="5" destOrd="0" presId="urn:microsoft.com/office/officeart/2005/8/layout/bProcess2"/>
    <dgm:cxn modelId="{311555BA-FD13-40BA-9870-12AF9E088A27}" type="presParOf" srcId="{C89F54DD-B977-47D2-ABED-F9C2F8800699}" destId="{334FADC6-156A-45CB-AD13-99AD9E0F6C6A}" srcOrd="6" destOrd="0" presId="urn:microsoft.com/office/officeart/2005/8/layout/bProcess2"/>
    <dgm:cxn modelId="{00BE4AFE-A624-410E-98B7-B8E23C655819}" type="presParOf" srcId="{334FADC6-156A-45CB-AD13-99AD9E0F6C6A}" destId="{23602198-6DCA-46B6-B623-BBB798E9B78E}" srcOrd="0" destOrd="0" presId="urn:microsoft.com/office/officeart/2005/8/layout/bProcess2"/>
    <dgm:cxn modelId="{FFC91838-15A0-446B-8D3B-09CB29DFA70E}" type="presParOf" srcId="{334FADC6-156A-45CB-AD13-99AD9E0F6C6A}" destId="{E02BBB37-C69F-4F46-8F83-1A66398B3B37}" srcOrd="1" destOrd="0" presId="urn:microsoft.com/office/officeart/2005/8/layout/bProcess2"/>
    <dgm:cxn modelId="{42BD515C-B286-46B7-B2F7-B61A4CAC1A31}" type="presParOf" srcId="{C89F54DD-B977-47D2-ABED-F9C2F8800699}" destId="{DDA2339E-2428-4210-A5D4-AA71D06266EA}" srcOrd="7" destOrd="0" presId="urn:microsoft.com/office/officeart/2005/8/layout/bProcess2"/>
    <dgm:cxn modelId="{67F6A90C-7EFD-430E-B29B-644759F121A2}" type="presParOf" srcId="{C89F54DD-B977-47D2-ABED-F9C2F8800699}" destId="{86CD3468-11E8-433C-AC43-856FA9B61F1D}" srcOrd="8" destOrd="0" presId="urn:microsoft.com/office/officeart/2005/8/layout/bProcess2"/>
    <dgm:cxn modelId="{0277658F-2C7E-4B4B-BE21-8948E8297BED}" type="presParOf" srcId="{86CD3468-11E8-433C-AC43-856FA9B61F1D}" destId="{934FC360-7209-44F4-BE86-058E78E62163}" srcOrd="0" destOrd="0" presId="urn:microsoft.com/office/officeart/2005/8/layout/bProcess2"/>
    <dgm:cxn modelId="{10C0BDBD-67A0-4B5E-B4DF-CDBECE4BB60D}" type="presParOf" srcId="{86CD3468-11E8-433C-AC43-856FA9B61F1D}" destId="{D70DCF3C-F360-43C1-949E-734B0CD9B651}" srcOrd="1" destOrd="0" presId="urn:microsoft.com/office/officeart/2005/8/layout/bProcess2"/>
    <dgm:cxn modelId="{8734C017-A0A1-4992-9192-CEC4C5F493CB}" type="presParOf" srcId="{C89F54DD-B977-47D2-ABED-F9C2F8800699}" destId="{C58DCF6B-D540-4A0D-87A3-19A667860E3C}" srcOrd="9" destOrd="0" presId="urn:microsoft.com/office/officeart/2005/8/layout/bProcess2"/>
    <dgm:cxn modelId="{B477DBE6-277E-4482-A943-27994C85F6AE}" type="presParOf" srcId="{C89F54DD-B977-47D2-ABED-F9C2F8800699}" destId="{F8D9BA6F-86CA-4EF1-9AC4-EED611ABDB80}" srcOrd="10" destOrd="0" presId="urn:microsoft.com/office/officeart/2005/8/layout/bProcess2"/>
    <dgm:cxn modelId="{4EFAC660-5198-4A03-B5CF-DF323E80074F}" type="presParOf" srcId="{F8D9BA6F-86CA-4EF1-9AC4-EED611ABDB80}" destId="{062241D9-B045-497D-BE66-E25237BB9A6D}" srcOrd="0" destOrd="0" presId="urn:microsoft.com/office/officeart/2005/8/layout/bProcess2"/>
    <dgm:cxn modelId="{4779E4D1-2850-4FB7-8B08-FE8893911D7E}" type="presParOf" srcId="{F8D9BA6F-86CA-4EF1-9AC4-EED611ABDB80}" destId="{DE375D67-587E-496B-A83A-485BD757ED51}" srcOrd="1" destOrd="0" presId="urn:microsoft.com/office/officeart/2005/8/layout/bProcess2"/>
    <dgm:cxn modelId="{7E6875A1-EADC-4420-B477-321D48FA21B9}" type="presParOf" srcId="{C89F54DD-B977-47D2-ABED-F9C2F8800699}" destId="{85FB9C68-15AF-4EA2-9301-6C5031C97F21}" srcOrd="11" destOrd="0" presId="urn:microsoft.com/office/officeart/2005/8/layout/bProcess2"/>
    <dgm:cxn modelId="{A1854DE4-179D-4EA6-8D37-FBC19BC28987}" type="presParOf" srcId="{C89F54DD-B977-47D2-ABED-F9C2F8800699}" destId="{1ED22E9C-3537-4713-BD3A-AAAA64FED1E3}" srcOrd="12" destOrd="0" presId="urn:microsoft.com/office/officeart/2005/8/layout/bProcess2"/>
    <dgm:cxn modelId="{1DCCEFD1-6F0B-4EFB-8451-8F6AD044BCB3}" type="presParOf" srcId="{1ED22E9C-3537-4713-BD3A-AAAA64FED1E3}" destId="{B37722B0-DE2E-484D-9A60-EAAE448D724A}" srcOrd="0" destOrd="0" presId="urn:microsoft.com/office/officeart/2005/8/layout/bProcess2"/>
    <dgm:cxn modelId="{F8C915E5-11FF-4B0B-AFD3-61C370A021A8}" type="presParOf" srcId="{1ED22E9C-3537-4713-BD3A-AAAA64FED1E3}" destId="{567376A5-F628-4E3D-93EA-047411256FED}" srcOrd="1" destOrd="0" presId="urn:microsoft.com/office/officeart/2005/8/layout/bProcess2"/>
    <dgm:cxn modelId="{4E03EA52-36B3-4A49-B629-82E9CCCBDF14}" type="presParOf" srcId="{C89F54DD-B977-47D2-ABED-F9C2F8800699}" destId="{AA08C501-5C47-4B75-954E-73C5A4B9E1A0}" srcOrd="13" destOrd="0" presId="urn:microsoft.com/office/officeart/2005/8/layout/bProcess2"/>
    <dgm:cxn modelId="{5664949F-CB6E-4397-8983-C46BFF4502CE}" type="presParOf" srcId="{C89F54DD-B977-47D2-ABED-F9C2F8800699}" destId="{96FF9176-9625-4092-A786-0F49540F04FA}" srcOrd="14"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940D54-EFE1-4038-8C78-6031604027B0}">
      <dsp:nvSpPr>
        <dsp:cNvPr id="0" name=""/>
        <dsp:cNvSpPr/>
      </dsp:nvSpPr>
      <dsp:spPr>
        <a:xfrm>
          <a:off x="5299671" y="2674"/>
          <a:ext cx="1250825" cy="813036"/>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Instable Governments</a:t>
          </a:r>
        </a:p>
      </dsp:txBody>
      <dsp:txXfrm>
        <a:off x="5339360" y="42363"/>
        <a:ext cx="1171447" cy="733658"/>
      </dsp:txXfrm>
    </dsp:sp>
    <dsp:sp modelId="{02A15820-F69F-41CE-8C5C-4B9D4D88C786}">
      <dsp:nvSpPr>
        <dsp:cNvPr id="0" name=""/>
        <dsp:cNvSpPr/>
      </dsp:nvSpPr>
      <dsp:spPr>
        <a:xfrm>
          <a:off x="4301067" y="409192"/>
          <a:ext cx="3248033" cy="3248033"/>
        </a:xfrm>
        <a:custGeom>
          <a:avLst/>
          <a:gdLst/>
          <a:ahLst/>
          <a:cxnLst/>
          <a:rect l="0" t="0" r="0" b="0"/>
          <a:pathLst>
            <a:path>
              <a:moveTo>
                <a:pt x="2258018" y="128867"/>
              </a:moveTo>
              <a:arcTo wR="1624016" hR="1624016" stAng="17578729" swAng="1960964"/>
            </a:path>
          </a:pathLst>
        </a:custGeom>
        <a:noFill/>
        <a:ln w="6350" cap="flat" cmpd="sng" algn="ctr">
          <a:solidFill>
            <a:schemeClr val="accent4">
              <a:hueOff val="0"/>
              <a:satOff val="0"/>
              <a:lumOff val="0"/>
              <a:alphaOff val="0"/>
            </a:schemeClr>
          </a:solidFill>
          <a:prstDash val="solid"/>
          <a:miter lim="800000"/>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09150120-562F-4881-AD0C-18D18273E2A0}">
      <dsp:nvSpPr>
        <dsp:cNvPr id="0" name=""/>
        <dsp:cNvSpPr/>
      </dsp:nvSpPr>
      <dsp:spPr>
        <a:xfrm>
          <a:off x="6488718" y="1124842"/>
          <a:ext cx="1961795" cy="813036"/>
        </a:xfrm>
        <a:prstGeom prst="roundRect">
          <a:avLst/>
        </a:prstGeom>
        <a:gradFill rotWithShape="0">
          <a:gsLst>
            <a:gs pos="0">
              <a:schemeClr val="accent4">
                <a:hueOff val="-449996"/>
                <a:satOff val="-240"/>
                <a:lumOff val="1667"/>
                <a:alphaOff val="0"/>
                <a:satMod val="103000"/>
                <a:lumMod val="102000"/>
                <a:tint val="94000"/>
              </a:schemeClr>
            </a:gs>
            <a:gs pos="50000">
              <a:schemeClr val="accent4">
                <a:hueOff val="-449996"/>
                <a:satOff val="-240"/>
                <a:lumOff val="1667"/>
                <a:alphaOff val="0"/>
                <a:satMod val="110000"/>
                <a:lumMod val="100000"/>
                <a:shade val="100000"/>
              </a:schemeClr>
            </a:gs>
            <a:gs pos="100000">
              <a:schemeClr val="accent4">
                <a:hueOff val="-449996"/>
                <a:satOff val="-240"/>
                <a:lumOff val="1667"/>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Political Instability</a:t>
          </a:r>
        </a:p>
      </dsp:txBody>
      <dsp:txXfrm>
        <a:off x="6528407" y="1164531"/>
        <a:ext cx="1882417" cy="733658"/>
      </dsp:txXfrm>
    </dsp:sp>
    <dsp:sp modelId="{39C84A7A-4364-472F-A4E0-A28FE8F3CA29}">
      <dsp:nvSpPr>
        <dsp:cNvPr id="0" name=""/>
        <dsp:cNvSpPr/>
      </dsp:nvSpPr>
      <dsp:spPr>
        <a:xfrm>
          <a:off x="4301067" y="409192"/>
          <a:ext cx="3248033" cy="3248033"/>
        </a:xfrm>
        <a:custGeom>
          <a:avLst/>
          <a:gdLst/>
          <a:ahLst/>
          <a:cxnLst/>
          <a:rect l="0" t="0" r="0" b="0"/>
          <a:pathLst>
            <a:path>
              <a:moveTo>
                <a:pt x="3245810" y="1539065"/>
              </a:moveTo>
              <a:arcTo wR="1624016" hR="1624016" stAng="21420092" swAng="2195862"/>
            </a:path>
          </a:pathLst>
        </a:custGeom>
        <a:noFill/>
        <a:ln w="6350" cap="flat" cmpd="sng" algn="ctr">
          <a:solidFill>
            <a:schemeClr val="accent4">
              <a:hueOff val="-449996"/>
              <a:satOff val="-240"/>
              <a:lumOff val="1667"/>
              <a:alphaOff val="0"/>
            </a:schemeClr>
          </a:solidFill>
          <a:prstDash val="solid"/>
          <a:miter lim="800000"/>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C0E89657-117E-4BBE-B786-23CC6CF8818D}">
      <dsp:nvSpPr>
        <dsp:cNvPr id="0" name=""/>
        <dsp:cNvSpPr/>
      </dsp:nvSpPr>
      <dsp:spPr>
        <a:xfrm>
          <a:off x="6254244" y="2940548"/>
          <a:ext cx="1250825" cy="813036"/>
        </a:xfrm>
        <a:prstGeom prst="roundRect">
          <a:avLst/>
        </a:prstGeom>
        <a:gradFill rotWithShape="0">
          <a:gsLst>
            <a:gs pos="0">
              <a:schemeClr val="accent4">
                <a:hueOff val="-899991"/>
                <a:satOff val="-479"/>
                <a:lumOff val="3334"/>
                <a:alphaOff val="0"/>
                <a:satMod val="103000"/>
                <a:lumMod val="102000"/>
                <a:tint val="94000"/>
              </a:schemeClr>
            </a:gs>
            <a:gs pos="50000">
              <a:schemeClr val="accent4">
                <a:hueOff val="-899991"/>
                <a:satOff val="-479"/>
                <a:lumOff val="3334"/>
                <a:alphaOff val="0"/>
                <a:satMod val="110000"/>
                <a:lumMod val="100000"/>
                <a:shade val="100000"/>
              </a:schemeClr>
            </a:gs>
            <a:gs pos="100000">
              <a:schemeClr val="accent4">
                <a:hueOff val="-899991"/>
                <a:satOff val="-479"/>
                <a:lumOff val="3334"/>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Slowth</a:t>
          </a:r>
          <a:r>
            <a:rPr lang="en-US" sz="1400" kern="1200" dirty="0"/>
            <a:t>  Economy</a:t>
          </a:r>
        </a:p>
      </dsp:txBody>
      <dsp:txXfrm>
        <a:off x="6293933" y="2980237"/>
        <a:ext cx="1171447" cy="733658"/>
      </dsp:txXfrm>
    </dsp:sp>
    <dsp:sp modelId="{BFD33AF2-9A23-44D8-A43D-B697A978FACE}">
      <dsp:nvSpPr>
        <dsp:cNvPr id="0" name=""/>
        <dsp:cNvSpPr/>
      </dsp:nvSpPr>
      <dsp:spPr>
        <a:xfrm>
          <a:off x="4301067" y="409192"/>
          <a:ext cx="3248033" cy="3248033"/>
        </a:xfrm>
        <a:custGeom>
          <a:avLst/>
          <a:gdLst/>
          <a:ahLst/>
          <a:cxnLst/>
          <a:rect l="0" t="0" r="0" b="0"/>
          <a:pathLst>
            <a:path>
              <a:moveTo>
                <a:pt x="1946727" y="3215647"/>
              </a:moveTo>
              <a:arcTo wR="1624016" hR="1624016" stAng="4712302" swAng="1375395"/>
            </a:path>
          </a:pathLst>
        </a:custGeom>
        <a:noFill/>
        <a:ln w="6350" cap="flat" cmpd="sng" algn="ctr">
          <a:solidFill>
            <a:schemeClr val="accent4">
              <a:hueOff val="-899991"/>
              <a:satOff val="-479"/>
              <a:lumOff val="3334"/>
              <a:alphaOff val="0"/>
            </a:schemeClr>
          </a:solidFill>
          <a:prstDash val="solid"/>
          <a:miter lim="800000"/>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D6C846BA-8FEA-46D0-972B-4C2CB4B72A6F}">
      <dsp:nvSpPr>
        <dsp:cNvPr id="0" name=""/>
        <dsp:cNvSpPr/>
      </dsp:nvSpPr>
      <dsp:spPr>
        <a:xfrm>
          <a:off x="4345098" y="2940548"/>
          <a:ext cx="1250825" cy="813036"/>
        </a:xfrm>
        <a:prstGeom prst="roundRect">
          <a:avLst/>
        </a:prstGeom>
        <a:gradFill rotWithShape="0">
          <a:gsLst>
            <a:gs pos="0">
              <a:schemeClr val="accent4">
                <a:hueOff val="-1349986"/>
                <a:satOff val="-719"/>
                <a:lumOff val="5001"/>
                <a:alphaOff val="0"/>
                <a:satMod val="103000"/>
                <a:lumMod val="102000"/>
                <a:tint val="94000"/>
              </a:schemeClr>
            </a:gs>
            <a:gs pos="50000">
              <a:schemeClr val="accent4">
                <a:hueOff val="-1349986"/>
                <a:satOff val="-719"/>
                <a:lumOff val="5001"/>
                <a:alphaOff val="0"/>
                <a:satMod val="110000"/>
                <a:lumMod val="100000"/>
                <a:shade val="100000"/>
              </a:schemeClr>
            </a:gs>
            <a:gs pos="100000">
              <a:schemeClr val="accent4">
                <a:hueOff val="-1349986"/>
                <a:satOff val="-719"/>
                <a:lumOff val="5001"/>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err="1"/>
            <a:t>Ineffectivity</a:t>
          </a:r>
          <a:r>
            <a:rPr lang="en-US" sz="1400" kern="1200" dirty="0"/>
            <a:t> of the Constitution</a:t>
          </a:r>
        </a:p>
      </dsp:txBody>
      <dsp:txXfrm>
        <a:off x="4384787" y="2980237"/>
        <a:ext cx="1171447" cy="733658"/>
      </dsp:txXfrm>
    </dsp:sp>
    <dsp:sp modelId="{A6DC1E1E-A4A2-4B0E-BCE5-81559A20282D}">
      <dsp:nvSpPr>
        <dsp:cNvPr id="0" name=""/>
        <dsp:cNvSpPr/>
      </dsp:nvSpPr>
      <dsp:spPr>
        <a:xfrm>
          <a:off x="4301067" y="409192"/>
          <a:ext cx="3248033" cy="3248033"/>
        </a:xfrm>
        <a:custGeom>
          <a:avLst/>
          <a:gdLst/>
          <a:ahLst/>
          <a:cxnLst/>
          <a:rect l="0" t="0" r="0" b="0"/>
          <a:pathLst>
            <a:path>
              <a:moveTo>
                <a:pt x="271326" y="2522715"/>
              </a:moveTo>
              <a:arcTo wR="1624016" hR="1624016" stAng="8784047" swAng="2195862"/>
            </a:path>
          </a:pathLst>
        </a:custGeom>
        <a:noFill/>
        <a:ln w="6350" cap="flat" cmpd="sng" algn="ctr">
          <a:solidFill>
            <a:schemeClr val="accent4">
              <a:hueOff val="-1349986"/>
              <a:satOff val="-719"/>
              <a:lumOff val="5001"/>
              <a:alphaOff val="0"/>
            </a:schemeClr>
          </a:solidFill>
          <a:prstDash val="solid"/>
          <a:miter lim="800000"/>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6BF62829-803D-4D82-B41E-0CDD6D5CF8C2}">
      <dsp:nvSpPr>
        <dsp:cNvPr id="0" name=""/>
        <dsp:cNvSpPr/>
      </dsp:nvSpPr>
      <dsp:spPr>
        <a:xfrm>
          <a:off x="3436685" y="1124842"/>
          <a:ext cx="1887734" cy="813036"/>
        </a:xfrm>
        <a:prstGeom prst="roundRect">
          <a:avLst/>
        </a:prstGeom>
        <a:gradFill rotWithShape="0">
          <a:gsLst>
            <a:gs pos="0">
              <a:schemeClr val="accent4">
                <a:hueOff val="-1799982"/>
                <a:satOff val="-959"/>
                <a:lumOff val="6668"/>
                <a:alphaOff val="0"/>
                <a:satMod val="103000"/>
                <a:lumMod val="102000"/>
                <a:tint val="94000"/>
              </a:schemeClr>
            </a:gs>
            <a:gs pos="50000">
              <a:schemeClr val="accent4">
                <a:hueOff val="-1799982"/>
                <a:satOff val="-959"/>
                <a:lumOff val="6668"/>
                <a:alphaOff val="0"/>
                <a:satMod val="110000"/>
                <a:lumMod val="100000"/>
                <a:shade val="100000"/>
              </a:schemeClr>
            </a:gs>
            <a:gs pos="100000">
              <a:schemeClr val="accent4">
                <a:hueOff val="-1799982"/>
                <a:satOff val="-959"/>
                <a:lumOff val="6668"/>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dirty="0" err="1"/>
            <a:t>Misgovernance</a:t>
          </a:r>
          <a:r>
            <a:rPr lang="en-US" sz="1400" b="0" i="0" kern="1200" dirty="0"/>
            <a:t> and public corruption</a:t>
          </a:r>
          <a:endParaRPr lang="en-US" sz="1400" kern="1200" dirty="0"/>
        </a:p>
      </dsp:txBody>
      <dsp:txXfrm>
        <a:off x="3476374" y="1164531"/>
        <a:ext cx="1808356" cy="733658"/>
      </dsp:txXfrm>
    </dsp:sp>
    <dsp:sp modelId="{B178765F-1247-4DA5-A549-F10FC85C40E8}">
      <dsp:nvSpPr>
        <dsp:cNvPr id="0" name=""/>
        <dsp:cNvSpPr/>
      </dsp:nvSpPr>
      <dsp:spPr>
        <a:xfrm>
          <a:off x="4301067" y="409192"/>
          <a:ext cx="3248033" cy="3248033"/>
        </a:xfrm>
        <a:custGeom>
          <a:avLst/>
          <a:gdLst/>
          <a:ahLst/>
          <a:cxnLst/>
          <a:rect l="0" t="0" r="0" b="0"/>
          <a:pathLst>
            <a:path>
              <a:moveTo>
                <a:pt x="283033" y="707941"/>
              </a:moveTo>
              <a:arcTo wR="1624016" hR="1624016" stAng="12860307" swAng="1960964"/>
            </a:path>
          </a:pathLst>
        </a:custGeom>
        <a:noFill/>
        <a:ln w="6350" cap="flat" cmpd="sng" algn="ctr">
          <a:solidFill>
            <a:schemeClr val="accent4">
              <a:hueOff val="-1799982"/>
              <a:satOff val="-959"/>
              <a:lumOff val="6668"/>
              <a:alphaOff val="0"/>
            </a:schemeClr>
          </a:solidFill>
          <a:prstDash val="solid"/>
          <a:miter lim="800000"/>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ED06F-1FE7-4815-8A96-308E7D636A64}">
      <dsp:nvSpPr>
        <dsp:cNvPr id="0" name=""/>
        <dsp:cNvSpPr/>
      </dsp:nvSpPr>
      <dsp:spPr>
        <a:xfrm>
          <a:off x="2638801" y="975579"/>
          <a:ext cx="582725" cy="91440"/>
        </a:xfrm>
        <a:custGeom>
          <a:avLst/>
          <a:gdLst/>
          <a:ahLst/>
          <a:cxnLst/>
          <a:rect l="0" t="0" r="0" b="0"/>
          <a:pathLst>
            <a:path>
              <a:moveTo>
                <a:pt x="0" y="45720"/>
              </a:moveTo>
              <a:lnTo>
                <a:pt x="308462" y="45720"/>
              </a:lnTo>
              <a:lnTo>
                <a:pt x="308462" y="64020"/>
              </a:lnTo>
              <a:lnTo>
                <a:pt x="582725" y="640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14824" y="1018264"/>
        <a:ext cx="30679" cy="6069"/>
      </dsp:txXfrm>
    </dsp:sp>
    <dsp:sp modelId="{FC99C34B-F417-443E-B266-4A9FC76C8F15}">
      <dsp:nvSpPr>
        <dsp:cNvPr id="0" name=""/>
        <dsp:cNvSpPr/>
      </dsp:nvSpPr>
      <dsp:spPr>
        <a:xfrm>
          <a:off x="4455" y="230455"/>
          <a:ext cx="2636145" cy="158168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4480" tIns="284480" rIns="284480" bIns="284480" numCol="1" spcCol="1270" anchor="ctr" anchorCtr="0">
          <a:noAutofit/>
        </a:bodyPr>
        <a:lstStyle/>
        <a:p>
          <a:pPr marL="0" lvl="0" indent="0" algn="ctr" defTabSz="1778000">
            <a:lnSpc>
              <a:spcPct val="90000"/>
            </a:lnSpc>
            <a:spcBef>
              <a:spcPct val="0"/>
            </a:spcBef>
            <a:spcAft>
              <a:spcPct val="35000"/>
            </a:spcAft>
            <a:buNone/>
          </a:pPr>
          <a:r>
            <a:rPr lang="en-US" sz="4000" kern="1200" dirty="0"/>
            <a:t>Curfew</a:t>
          </a:r>
        </a:p>
      </dsp:txBody>
      <dsp:txXfrm>
        <a:off x="4455" y="230455"/>
        <a:ext cx="2636145" cy="1581687"/>
      </dsp:txXfrm>
    </dsp:sp>
    <dsp:sp modelId="{5CBCC467-8A90-4C12-9BC9-5F7810056D7C}">
      <dsp:nvSpPr>
        <dsp:cNvPr id="0" name=""/>
        <dsp:cNvSpPr/>
      </dsp:nvSpPr>
      <dsp:spPr>
        <a:xfrm>
          <a:off x="5888272" y="993879"/>
          <a:ext cx="575713" cy="91440"/>
        </a:xfrm>
        <a:custGeom>
          <a:avLst/>
          <a:gdLst/>
          <a:ahLst/>
          <a:cxnLst/>
          <a:rect l="0" t="0" r="0" b="0"/>
          <a:pathLst>
            <a:path>
              <a:moveTo>
                <a:pt x="0" y="45720"/>
              </a:moveTo>
              <a:lnTo>
                <a:pt x="575713"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60971" y="1036564"/>
        <a:ext cx="30315" cy="6069"/>
      </dsp:txXfrm>
    </dsp:sp>
    <dsp:sp modelId="{91B44E5F-4045-480A-9C69-59F5494ED422}">
      <dsp:nvSpPr>
        <dsp:cNvPr id="0" name=""/>
        <dsp:cNvSpPr/>
      </dsp:nvSpPr>
      <dsp:spPr>
        <a:xfrm>
          <a:off x="3253927" y="248755"/>
          <a:ext cx="2636145" cy="158168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dirty="0"/>
            <a:t>Suspension of fundamental rights such as right to assembly and expression</a:t>
          </a:r>
          <a:endParaRPr lang="en-US" sz="2000" kern="1200" dirty="0"/>
        </a:p>
      </dsp:txBody>
      <dsp:txXfrm>
        <a:off x="3253927" y="248755"/>
        <a:ext cx="2636145" cy="1581687"/>
      </dsp:txXfrm>
    </dsp:sp>
    <dsp:sp modelId="{CCF296B7-E7A0-4DB9-9A29-416D980C3B20}">
      <dsp:nvSpPr>
        <dsp:cNvPr id="0" name=""/>
        <dsp:cNvSpPr/>
      </dsp:nvSpPr>
      <dsp:spPr>
        <a:xfrm>
          <a:off x="1329540" y="1828643"/>
          <a:ext cx="6484918" cy="575713"/>
        </a:xfrm>
        <a:custGeom>
          <a:avLst/>
          <a:gdLst/>
          <a:ahLst/>
          <a:cxnLst/>
          <a:rect l="0" t="0" r="0" b="0"/>
          <a:pathLst>
            <a:path>
              <a:moveTo>
                <a:pt x="6484918" y="0"/>
              </a:moveTo>
              <a:lnTo>
                <a:pt x="6484918" y="304956"/>
              </a:lnTo>
              <a:lnTo>
                <a:pt x="0" y="304956"/>
              </a:lnTo>
              <a:lnTo>
                <a:pt x="0" y="575713"/>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409169" y="2113465"/>
        <a:ext cx="325660" cy="6069"/>
      </dsp:txXfrm>
    </dsp:sp>
    <dsp:sp modelId="{EB7B0B5A-7555-4A9B-AC09-1472444A5330}">
      <dsp:nvSpPr>
        <dsp:cNvPr id="0" name=""/>
        <dsp:cNvSpPr/>
      </dsp:nvSpPr>
      <dsp:spPr>
        <a:xfrm>
          <a:off x="6496386" y="248755"/>
          <a:ext cx="2636145" cy="1581687"/>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t>Media Blackout</a:t>
          </a:r>
        </a:p>
      </dsp:txBody>
      <dsp:txXfrm>
        <a:off x="6496386" y="248755"/>
        <a:ext cx="2636145" cy="1581687"/>
      </dsp:txXfrm>
    </dsp:sp>
    <dsp:sp modelId="{988B1B13-F081-476A-A670-19EFD9A7C3D6}">
      <dsp:nvSpPr>
        <dsp:cNvPr id="0" name=""/>
        <dsp:cNvSpPr/>
      </dsp:nvSpPr>
      <dsp:spPr>
        <a:xfrm>
          <a:off x="2645813" y="3181880"/>
          <a:ext cx="575713" cy="91440"/>
        </a:xfrm>
        <a:custGeom>
          <a:avLst/>
          <a:gdLst/>
          <a:ahLst/>
          <a:cxnLst/>
          <a:rect l="0" t="0" r="0" b="0"/>
          <a:pathLst>
            <a:path>
              <a:moveTo>
                <a:pt x="0" y="45720"/>
              </a:moveTo>
              <a:lnTo>
                <a:pt x="575713"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18512" y="3224565"/>
        <a:ext cx="30315" cy="6069"/>
      </dsp:txXfrm>
    </dsp:sp>
    <dsp:sp modelId="{0B682C54-C438-4B6A-A6F4-2E3453EE45C6}">
      <dsp:nvSpPr>
        <dsp:cNvPr id="0" name=""/>
        <dsp:cNvSpPr/>
      </dsp:nvSpPr>
      <dsp:spPr>
        <a:xfrm>
          <a:off x="11467" y="2436756"/>
          <a:ext cx="2636145" cy="1581687"/>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Mass-Media Manipulation</a:t>
          </a:r>
        </a:p>
      </dsp:txBody>
      <dsp:txXfrm>
        <a:off x="11467" y="2436756"/>
        <a:ext cx="2636145" cy="1581687"/>
      </dsp:txXfrm>
    </dsp:sp>
    <dsp:sp modelId="{69296272-9255-4282-B17D-6665D5FCFF50}">
      <dsp:nvSpPr>
        <dsp:cNvPr id="0" name=""/>
        <dsp:cNvSpPr/>
      </dsp:nvSpPr>
      <dsp:spPr>
        <a:xfrm>
          <a:off x="5888272" y="3181880"/>
          <a:ext cx="575713" cy="91440"/>
        </a:xfrm>
        <a:custGeom>
          <a:avLst/>
          <a:gdLst/>
          <a:ahLst/>
          <a:cxnLst/>
          <a:rect l="0" t="0" r="0" b="0"/>
          <a:pathLst>
            <a:path>
              <a:moveTo>
                <a:pt x="0" y="45720"/>
              </a:moveTo>
              <a:lnTo>
                <a:pt x="575713"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160971" y="3224565"/>
        <a:ext cx="30315" cy="6069"/>
      </dsp:txXfrm>
    </dsp:sp>
    <dsp:sp modelId="{FC95F798-8AB2-45B8-9AD4-42918DFDF954}">
      <dsp:nvSpPr>
        <dsp:cNvPr id="0" name=""/>
        <dsp:cNvSpPr/>
      </dsp:nvSpPr>
      <dsp:spPr>
        <a:xfrm>
          <a:off x="3253927" y="2436756"/>
          <a:ext cx="2636145" cy="1581687"/>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Propaganda against Elected Politicians</a:t>
          </a:r>
        </a:p>
      </dsp:txBody>
      <dsp:txXfrm>
        <a:off x="3253927" y="2436756"/>
        <a:ext cx="2636145" cy="1581687"/>
      </dsp:txXfrm>
    </dsp:sp>
    <dsp:sp modelId="{FE5C50AA-54D6-415F-B11C-209CB3D40627}">
      <dsp:nvSpPr>
        <dsp:cNvPr id="0" name=""/>
        <dsp:cNvSpPr/>
      </dsp:nvSpPr>
      <dsp:spPr>
        <a:xfrm>
          <a:off x="6496386" y="2436756"/>
          <a:ext cx="2636145" cy="158168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t>Mass Incarceration of Political Workers</a:t>
          </a:r>
        </a:p>
      </dsp:txBody>
      <dsp:txXfrm>
        <a:off x="6496386" y="2436756"/>
        <a:ext cx="2636145" cy="15816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3D3BD-E4F7-4795-9CC3-80C1CC526D2E}">
      <dsp:nvSpPr>
        <dsp:cNvPr id="0" name=""/>
        <dsp:cNvSpPr/>
      </dsp:nvSpPr>
      <dsp:spPr>
        <a:xfrm>
          <a:off x="0" y="0"/>
          <a:ext cx="7686294" cy="86410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Flowing Measures were taken with the declaration</a:t>
          </a:r>
        </a:p>
      </dsp:txBody>
      <dsp:txXfrm>
        <a:off x="25309" y="25309"/>
        <a:ext cx="6652753" cy="813490"/>
      </dsp:txXfrm>
    </dsp:sp>
    <dsp:sp modelId="{B0F68921-EF43-46AC-B47E-1B5D23451F69}">
      <dsp:nvSpPr>
        <dsp:cNvPr id="0" name=""/>
        <dsp:cNvSpPr/>
      </dsp:nvSpPr>
      <dsp:spPr>
        <a:xfrm>
          <a:off x="573976" y="984123"/>
          <a:ext cx="7686294" cy="86410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 dismissed the government of Sir </a:t>
          </a:r>
          <a:r>
            <a:rPr lang="en-US" sz="2200" kern="1200" dirty="0" err="1"/>
            <a:t>Feroz</a:t>
          </a:r>
          <a:r>
            <a:rPr lang="en-US" sz="2200" kern="1200" dirty="0"/>
            <a:t> Khan Noon and abrogated the constitution of 1956 </a:t>
          </a:r>
        </a:p>
      </dsp:txBody>
      <dsp:txXfrm>
        <a:off x="599285" y="1009432"/>
        <a:ext cx="6500029" cy="813490"/>
      </dsp:txXfrm>
    </dsp:sp>
    <dsp:sp modelId="{EEF5C93D-6A19-4FDB-8B62-B785549192F1}">
      <dsp:nvSpPr>
        <dsp:cNvPr id="0" name=""/>
        <dsp:cNvSpPr/>
      </dsp:nvSpPr>
      <dsp:spPr>
        <a:xfrm>
          <a:off x="1143033" y="1981198"/>
          <a:ext cx="7686294" cy="86410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b. </a:t>
          </a:r>
          <a:r>
            <a:rPr lang="en-US" sz="2200" kern="1200" dirty="0" err="1"/>
            <a:t>untill</a:t>
          </a:r>
          <a:r>
            <a:rPr lang="en-US" sz="2200" kern="1200" dirty="0"/>
            <a:t> the alternative solution, Martial Law will be in force</a:t>
          </a:r>
        </a:p>
      </dsp:txBody>
      <dsp:txXfrm>
        <a:off x="1168342" y="2006507"/>
        <a:ext cx="6500029" cy="813490"/>
      </dsp:txXfrm>
    </dsp:sp>
    <dsp:sp modelId="{28BBC17E-417B-45CE-8619-B6DDF5031AB7}">
      <dsp:nvSpPr>
        <dsp:cNvPr id="0" name=""/>
        <dsp:cNvSpPr/>
      </dsp:nvSpPr>
      <dsp:spPr>
        <a:xfrm>
          <a:off x="1721929" y="2952369"/>
          <a:ext cx="7686294" cy="86410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c. also proceeded to outlaw all political parties</a:t>
          </a:r>
        </a:p>
      </dsp:txBody>
      <dsp:txXfrm>
        <a:off x="1747238" y="2977678"/>
        <a:ext cx="6500029" cy="813489"/>
      </dsp:txXfrm>
    </dsp:sp>
    <dsp:sp modelId="{9E887FE9-5F81-47B5-9327-19C60C1919F3}">
      <dsp:nvSpPr>
        <dsp:cNvPr id="0" name=""/>
        <dsp:cNvSpPr/>
      </dsp:nvSpPr>
      <dsp:spPr>
        <a:xfrm>
          <a:off x="2285990" y="3886200"/>
          <a:ext cx="7686294" cy="864108"/>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d. dissolved the National Assembly of Pakistan and the provincial legislatures. </a:t>
          </a:r>
        </a:p>
      </dsp:txBody>
      <dsp:txXfrm>
        <a:off x="2311299" y="3911509"/>
        <a:ext cx="6500029" cy="813490"/>
      </dsp:txXfrm>
    </dsp:sp>
    <dsp:sp modelId="{07D592B6-F084-445C-9B84-40CF351CA8F7}">
      <dsp:nvSpPr>
        <dsp:cNvPr id="0" name=""/>
        <dsp:cNvSpPr/>
      </dsp:nvSpPr>
      <dsp:spPr>
        <a:xfrm>
          <a:off x="7124623" y="631278"/>
          <a:ext cx="561670" cy="561670"/>
        </a:xfrm>
        <a:prstGeom prst="downArrow">
          <a:avLst>
            <a:gd name="adj1" fmla="val 55000"/>
            <a:gd name="adj2" fmla="val 45000"/>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7250999" y="631278"/>
        <a:ext cx="308918" cy="422657"/>
      </dsp:txXfrm>
    </dsp:sp>
    <dsp:sp modelId="{AB467AD7-E458-419C-B52F-8096316F79FB}">
      <dsp:nvSpPr>
        <dsp:cNvPr id="0" name=""/>
        <dsp:cNvSpPr/>
      </dsp:nvSpPr>
      <dsp:spPr>
        <a:xfrm>
          <a:off x="7698600" y="1615401"/>
          <a:ext cx="561670" cy="561670"/>
        </a:xfrm>
        <a:prstGeom prst="downArrow">
          <a:avLst>
            <a:gd name="adj1" fmla="val 55000"/>
            <a:gd name="adj2" fmla="val 45000"/>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7824976" y="1615401"/>
        <a:ext cx="308918" cy="422657"/>
      </dsp:txXfrm>
    </dsp:sp>
    <dsp:sp modelId="{3D6E881E-9E62-4AD4-A5A2-9336188A8E87}">
      <dsp:nvSpPr>
        <dsp:cNvPr id="0" name=""/>
        <dsp:cNvSpPr/>
      </dsp:nvSpPr>
      <dsp:spPr>
        <a:xfrm>
          <a:off x="8272576" y="2585123"/>
          <a:ext cx="561670" cy="561670"/>
        </a:xfrm>
        <a:prstGeom prst="downArrow">
          <a:avLst>
            <a:gd name="adj1" fmla="val 55000"/>
            <a:gd name="adj2" fmla="val 45000"/>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398952" y="2585123"/>
        <a:ext cx="308918" cy="422657"/>
      </dsp:txXfrm>
    </dsp:sp>
    <dsp:sp modelId="{1D59B5C8-2480-42F1-A854-3394E6BE6608}">
      <dsp:nvSpPr>
        <dsp:cNvPr id="0" name=""/>
        <dsp:cNvSpPr/>
      </dsp:nvSpPr>
      <dsp:spPr>
        <a:xfrm>
          <a:off x="8846553" y="3578847"/>
          <a:ext cx="561670" cy="561670"/>
        </a:xfrm>
        <a:prstGeom prst="downArrow">
          <a:avLst>
            <a:gd name="adj1" fmla="val 55000"/>
            <a:gd name="adj2" fmla="val 45000"/>
          </a:avLst>
        </a:prstGeom>
        <a:solidFill>
          <a:schemeClr val="dk2">
            <a:alpha val="90000"/>
            <a:tint val="40000"/>
            <a:hueOff val="0"/>
            <a:satOff val="0"/>
            <a:lumOff val="0"/>
            <a:alphaOff val="0"/>
          </a:schemeClr>
        </a:solidFill>
        <a:ln w="6350" cap="flat" cmpd="sng" algn="ctr">
          <a:solidFill>
            <a:schemeClr val="dk2">
              <a:alpha val="90000"/>
              <a:tint val="40000"/>
              <a:hueOff val="0"/>
              <a:satOff val="0"/>
              <a:lumOff val="0"/>
              <a:alphaOff val="0"/>
            </a:schemeClr>
          </a:solidFill>
          <a:prstDash val="solid"/>
          <a:miter lim="800000"/>
        </a:ln>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972929" y="3578847"/>
        <a:ext cx="308918" cy="4226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FFCDA-4772-4C9F-B07D-BFD18CA83EF0}">
      <dsp:nvSpPr>
        <dsp:cNvPr id="0" name=""/>
        <dsp:cNvSpPr/>
      </dsp:nvSpPr>
      <dsp:spPr>
        <a:xfrm>
          <a:off x="1651" y="111975"/>
          <a:ext cx="2012360" cy="201236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dirty="0"/>
            <a:t>To Make People Self-Reliant</a:t>
          </a:r>
        </a:p>
      </dsp:txBody>
      <dsp:txXfrm>
        <a:off x="296354" y="406678"/>
        <a:ext cx="1422954" cy="1422954"/>
      </dsp:txXfrm>
    </dsp:sp>
    <dsp:sp modelId="{28A54790-0A42-4372-9356-71545B0B06DF}">
      <dsp:nvSpPr>
        <dsp:cNvPr id="0" name=""/>
        <dsp:cNvSpPr/>
      </dsp:nvSpPr>
      <dsp:spPr>
        <a:xfrm rot="10800000">
          <a:off x="655669" y="2457841"/>
          <a:ext cx="704326" cy="394716"/>
        </a:xfrm>
        <a:prstGeom prst="triangl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8EECF64-5101-4A22-BB12-00F173D993DE}">
      <dsp:nvSpPr>
        <dsp:cNvPr id="0" name=""/>
        <dsp:cNvSpPr/>
      </dsp:nvSpPr>
      <dsp:spPr>
        <a:xfrm>
          <a:off x="83710" y="3163721"/>
          <a:ext cx="1848244" cy="1342244"/>
        </a:xfrm>
        <a:prstGeom prst="ellipse">
          <a:avLst/>
        </a:prstGeom>
        <a:solidFill>
          <a:schemeClr val="accent5">
            <a:hueOff val="1996249"/>
            <a:satOff val="-3791"/>
            <a:lumOff val="39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1"/>
              </a:solidFill>
            </a:rPr>
            <a:t>The Failure of Parliamentary Form of Government</a:t>
          </a:r>
        </a:p>
      </dsp:txBody>
      <dsp:txXfrm>
        <a:off x="354379" y="3360288"/>
        <a:ext cx="1306906" cy="949110"/>
      </dsp:txXfrm>
    </dsp:sp>
    <dsp:sp modelId="{91CE4F44-CB6D-45F1-805C-D873843BBBBF}">
      <dsp:nvSpPr>
        <dsp:cNvPr id="0" name=""/>
        <dsp:cNvSpPr/>
      </dsp:nvSpPr>
      <dsp:spPr>
        <a:xfrm rot="5400000">
          <a:off x="2135081" y="3637485"/>
          <a:ext cx="704326" cy="394716"/>
        </a:xfrm>
        <a:prstGeom prst="triangle">
          <a:avLst/>
        </a:prstGeom>
        <a:solidFill>
          <a:schemeClr val="accent5">
            <a:hueOff val="2328957"/>
            <a:satOff val="-4422"/>
            <a:lumOff val="45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1CB8FBF-FC03-498F-839F-1373EE05771C}">
      <dsp:nvSpPr>
        <dsp:cNvPr id="0" name=""/>
        <dsp:cNvSpPr/>
      </dsp:nvSpPr>
      <dsp:spPr>
        <a:xfrm>
          <a:off x="3020193" y="3163721"/>
          <a:ext cx="2363330" cy="1342244"/>
        </a:xfrm>
        <a:prstGeom prst="ellipse">
          <a:avLst/>
        </a:prstGeom>
        <a:solidFill>
          <a:schemeClr val="accent5">
            <a:hueOff val="3992498"/>
            <a:satOff val="-7581"/>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2"/>
              </a:solidFill>
            </a:rPr>
            <a:t>The Failure of the Political Parties</a:t>
          </a:r>
        </a:p>
      </dsp:txBody>
      <dsp:txXfrm>
        <a:off x="3366295" y="3360288"/>
        <a:ext cx="1671126" cy="949110"/>
      </dsp:txXfrm>
    </dsp:sp>
    <dsp:sp modelId="{4D4073DE-5035-4B73-99BC-B68F5368CB86}">
      <dsp:nvSpPr>
        <dsp:cNvPr id="0" name=""/>
        <dsp:cNvSpPr/>
      </dsp:nvSpPr>
      <dsp:spPr>
        <a:xfrm>
          <a:off x="3849695" y="2327066"/>
          <a:ext cx="704326" cy="394716"/>
        </a:xfrm>
        <a:prstGeom prst="triangle">
          <a:avLst/>
        </a:prstGeom>
        <a:solidFill>
          <a:schemeClr val="accent5">
            <a:hueOff val="4657915"/>
            <a:satOff val="-8845"/>
            <a:lumOff val="91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2BBB37-C69F-4F46-8F83-1A66398B3B37}">
      <dsp:nvSpPr>
        <dsp:cNvPr id="0" name=""/>
        <dsp:cNvSpPr/>
      </dsp:nvSpPr>
      <dsp:spPr>
        <a:xfrm>
          <a:off x="3200402" y="328842"/>
          <a:ext cx="2002910" cy="1578627"/>
        </a:xfrm>
        <a:prstGeom prst="ellipse">
          <a:avLst/>
        </a:prstGeom>
        <a:solidFill>
          <a:schemeClr val="accent5">
            <a:hueOff val="5988747"/>
            <a:satOff val="-11372"/>
            <a:lumOff val="11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1"/>
              </a:solidFill>
            </a:rPr>
            <a:t>Incumbent Measure</a:t>
          </a:r>
        </a:p>
      </dsp:txBody>
      <dsp:txXfrm>
        <a:off x="3493721" y="560027"/>
        <a:ext cx="1416272" cy="1116257"/>
      </dsp:txXfrm>
    </dsp:sp>
    <dsp:sp modelId="{DDA2339E-2428-4210-A5D4-AA71D06266EA}">
      <dsp:nvSpPr>
        <dsp:cNvPr id="0" name=""/>
        <dsp:cNvSpPr/>
      </dsp:nvSpPr>
      <dsp:spPr>
        <a:xfrm rot="5400000">
          <a:off x="5682131" y="920798"/>
          <a:ext cx="704326" cy="394716"/>
        </a:xfrm>
        <a:prstGeom prst="triangle">
          <a:avLst/>
        </a:prstGeom>
        <a:solidFill>
          <a:schemeClr val="accent5">
            <a:hueOff val="6986872"/>
            <a:satOff val="-13267"/>
            <a:lumOff val="137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70DCF3C-F360-43C1-949E-734B0CD9B651}">
      <dsp:nvSpPr>
        <dsp:cNvPr id="0" name=""/>
        <dsp:cNvSpPr/>
      </dsp:nvSpPr>
      <dsp:spPr>
        <a:xfrm>
          <a:off x="6842933" y="447034"/>
          <a:ext cx="1342244" cy="1342244"/>
        </a:xfrm>
        <a:prstGeom prst="ellipse">
          <a:avLst/>
        </a:prstGeom>
        <a:solidFill>
          <a:schemeClr val="accent5">
            <a:hueOff val="7984997"/>
            <a:satOff val="-15162"/>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1"/>
              </a:solidFill>
            </a:rPr>
            <a:t>Religious Perspective </a:t>
          </a:r>
        </a:p>
      </dsp:txBody>
      <dsp:txXfrm>
        <a:off x="7039500" y="643601"/>
        <a:ext cx="949110" cy="949110"/>
      </dsp:txXfrm>
    </dsp:sp>
    <dsp:sp modelId="{C58DCF6B-D540-4A0D-87A3-19A667860E3C}">
      <dsp:nvSpPr>
        <dsp:cNvPr id="0" name=""/>
        <dsp:cNvSpPr/>
      </dsp:nvSpPr>
      <dsp:spPr>
        <a:xfrm rot="10800000">
          <a:off x="7161892" y="2290312"/>
          <a:ext cx="704326" cy="394716"/>
        </a:xfrm>
        <a:prstGeom prst="triangle">
          <a:avLst/>
        </a:prstGeom>
        <a:solidFill>
          <a:schemeClr val="accent5">
            <a:hueOff val="9315829"/>
            <a:satOff val="-17689"/>
            <a:lumOff val="183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375D67-587E-496B-A83A-485BD757ED51}">
      <dsp:nvSpPr>
        <dsp:cNvPr id="0" name=""/>
        <dsp:cNvSpPr/>
      </dsp:nvSpPr>
      <dsp:spPr>
        <a:xfrm>
          <a:off x="6389704" y="3163721"/>
          <a:ext cx="2248702" cy="1342244"/>
        </a:xfrm>
        <a:prstGeom prst="ellipse">
          <a:avLst/>
        </a:prstGeom>
        <a:solidFill>
          <a:schemeClr val="accent5">
            <a:hueOff val="9981246"/>
            <a:satOff val="-1895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1"/>
              </a:solidFill>
            </a:rPr>
            <a:t>Polarization of Leadership</a:t>
          </a:r>
        </a:p>
      </dsp:txBody>
      <dsp:txXfrm>
        <a:off x="6719019" y="3360288"/>
        <a:ext cx="1590072" cy="949110"/>
      </dsp:txXfrm>
    </dsp:sp>
    <dsp:sp modelId="{85FB9C68-15AF-4EA2-9301-6C5031C97F21}">
      <dsp:nvSpPr>
        <dsp:cNvPr id="0" name=""/>
        <dsp:cNvSpPr/>
      </dsp:nvSpPr>
      <dsp:spPr>
        <a:xfrm rot="5400000">
          <a:off x="8968034" y="3637485"/>
          <a:ext cx="704326" cy="394716"/>
        </a:xfrm>
        <a:prstGeom prst="triangle">
          <a:avLst/>
        </a:prstGeom>
        <a:solidFill>
          <a:schemeClr val="accent5">
            <a:hueOff val="11644785"/>
            <a:satOff val="-22112"/>
            <a:lumOff val="228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7376A5-F628-4E3D-93EA-047411256FED}">
      <dsp:nvSpPr>
        <dsp:cNvPr id="0" name=""/>
        <dsp:cNvSpPr/>
      </dsp:nvSpPr>
      <dsp:spPr>
        <a:xfrm>
          <a:off x="9979645" y="2869085"/>
          <a:ext cx="1342244" cy="1931516"/>
        </a:xfrm>
        <a:prstGeom prst="ellipse">
          <a:avLst/>
        </a:prstGeom>
        <a:solidFill>
          <a:schemeClr val="accent5">
            <a:hueOff val="11977495"/>
            <a:satOff val="-22743"/>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chemeClr val="bg1"/>
              </a:solidFill>
            </a:rPr>
            <a:t>For Strengthening his Position</a:t>
          </a:r>
        </a:p>
      </dsp:txBody>
      <dsp:txXfrm>
        <a:off x="10176212" y="3151949"/>
        <a:ext cx="949110" cy="1365788"/>
      </dsp:txXfrm>
    </dsp:sp>
    <dsp:sp modelId="{AA08C501-5C47-4B75-954E-73C5A4B9E1A0}">
      <dsp:nvSpPr>
        <dsp:cNvPr id="0" name=""/>
        <dsp:cNvSpPr/>
      </dsp:nvSpPr>
      <dsp:spPr>
        <a:xfrm>
          <a:off x="10298604" y="2288181"/>
          <a:ext cx="704326" cy="394716"/>
        </a:xfrm>
        <a:prstGeom prst="triangle">
          <a:avLst/>
        </a:prstGeom>
        <a:solidFill>
          <a:schemeClr val="accent5">
            <a:hueOff val="13973743"/>
            <a:satOff val="-26534"/>
            <a:lumOff val="274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FF9176-9625-4092-A786-0F49540F04FA}">
      <dsp:nvSpPr>
        <dsp:cNvPr id="0" name=""/>
        <dsp:cNvSpPr/>
      </dsp:nvSpPr>
      <dsp:spPr>
        <a:xfrm>
          <a:off x="9644587" y="111975"/>
          <a:ext cx="2012360" cy="2012360"/>
        </a:xfrm>
        <a:prstGeom prst="ellipse">
          <a:avLst/>
        </a:prstGeom>
        <a:solidFill>
          <a:schemeClr val="accent5">
            <a:hueOff val="13973743"/>
            <a:satOff val="-26534"/>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r>
            <a:rPr lang="en-US" sz="1700" kern="1200"/>
            <a:t>Amalgamation of Civil and Military Administration </a:t>
          </a:r>
          <a:endParaRPr lang="en-US" sz="1700" kern="1200" dirty="0"/>
        </a:p>
      </dsp:txBody>
      <dsp:txXfrm>
        <a:off x="9939290" y="406678"/>
        <a:ext cx="1422954" cy="1422954"/>
      </dsp:txXfrm>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pPr/>
              <a:t>7/6/2025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p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pPr/>
              <a:t>7/6/2025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p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t>Click to edit Master title style</a:t>
            </a:r>
          </a:p>
        </p:txBody>
      </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grpSp>
        <p:nvGrpSpPr>
          <p:cNvPr id="256" name="line"/>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67" name="line"/>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t>Click to edit Master title style</a:t>
            </a:r>
          </a:p>
        </p:txBody>
      </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9AFE8FB1-0A7A-443E-AAF7-31D4FA1AA312}"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255" name="line"/>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t>Click to edit Master title style</a:t>
            </a:r>
          </a:p>
        </p:txBody>
      </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9AFE8FB1-0A7A-443E-AAF7-31D4FA1AA312}"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58" name="line"/>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p>
            <a:r>
              <a:t>Click to edit Master title style</a:t>
            </a:r>
          </a:p>
        </p:txBody>
      </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9AFE8FB1-0A7A-443E-AAF7-31D4FA1AA312}"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60" name="line"/>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a:xfrm>
            <a:off x="1522414" y="274638"/>
            <a:ext cx="9143998" cy="1020762"/>
          </a:xfrm>
        </p:spPr>
        <p:txBody>
          <a:bodyPr/>
          <a:lstStyle>
            <a:lvl1pPr>
              <a:defRPr/>
            </a:lvl1pPr>
          </a:lstStyle>
          <a:p>
            <a:r>
              <a:t>Click to edit Master title style</a:t>
            </a:r>
          </a:p>
        </p:txBody>
      </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9AFE8FB1-0A7A-443E-AAF7-31D4FA1AA312}" type="datetimeFigureOut">
              <a:rPr lang="en-US"/>
              <a:pPr/>
              <a:t>7/6/2025</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6" name="line"/>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9AFE8FB1-0A7A-443E-AAF7-31D4FA1AA312}" type="datetimeFigureOut">
              <a:rPr lang="en-US"/>
              <a:pPr/>
              <a:t>7/6/2025</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a:pPr/>
              <a:t>7/6/2025</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615" name="frame"/>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t>Click to edit Master title style</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614" name="frame"/>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t>Click to edit Master title style</a:t>
            </a:r>
          </a:p>
        </p:txBody>
      </p:sp>
      <p:sp>
        <p:nvSpPr>
          <p:cNvPr id="3" name="Picture Placeholder 2"/>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t>Click to edit Master text styles</a:t>
            </a:r>
          </a:p>
        </p:txBody>
      </p:sp>
      <p:sp>
        <p:nvSpPr>
          <p:cNvPr id="5" name="Date Placeholder 4"/>
          <p:cNvSpPr>
            <a:spLocks noGrp="1"/>
          </p:cNvSpPr>
          <p:nvPr>
            <p:ph type="dt" sz="half" idx="10"/>
          </p:nvPr>
        </p:nvSpPr>
        <p:spPr/>
        <p:txBody>
          <a:bodyPr/>
          <a:lstStyle/>
          <a:p>
            <a:fld id="{9AFE8FB1-0A7A-443E-AAF7-31D4FA1AA312}" type="datetimeFigureOut">
              <a:rPr lang="en-US"/>
              <a:pPr/>
              <a:t>7/6/2025</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line"/>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9AFE8FB1-0A7A-443E-AAF7-31D4FA1AA312}"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line"/>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2" name="Vertical Title 1"/>
          <p:cNvSpPr>
            <a:spLocks noGrp="1"/>
          </p:cNvSpPr>
          <p:nvPr>
            <p:ph type="title" orient="vert"/>
          </p:nvPr>
        </p:nvSpPr>
        <p:spPr>
          <a:xfrm>
            <a:off x="10361612" y="274639"/>
            <a:ext cx="1371600" cy="5901747"/>
          </a:xfrm>
        </p:spPr>
        <p:txBody>
          <a:bodyPr vert="eaVert"/>
          <a:lstStyle/>
          <a:p>
            <a:r>
              <a:t>Click to edit Master title style</a:t>
            </a:r>
          </a:p>
        </p:txBody>
      </p:sp>
      <p:sp>
        <p:nvSpPr>
          <p:cNvPr id="3" name="Vertical Text Placeholder 2"/>
          <p:cNvSpPr>
            <a:spLocks noGrp="1"/>
          </p:cNvSpPr>
          <p:nvPr>
            <p:ph type="body" orient="vert" idx="1"/>
          </p:nvPr>
        </p:nvSpPr>
        <p:spPr>
          <a:xfrm>
            <a:off x="608012" y="277813"/>
            <a:ext cx="9144001" cy="5898573"/>
          </a:xfrm>
        </p:spPr>
        <p:txBody>
          <a:bodyPr vert="eaVert"/>
          <a:lstStyle>
            <a:lvl5pPr>
              <a:defRPr/>
            </a:lvl5pPr>
            <a:lvl6pPr>
              <a:defRPr/>
            </a:lvl6pPr>
            <a:lvl7pPr>
              <a:defRPr/>
            </a:lvl7pPr>
            <a:lvl8pPr>
              <a:defRPr baseline="0"/>
            </a:lvl8pPr>
            <a:lvl9pPr>
              <a:defRPr baseline="0"/>
            </a:lvl9p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9AFE8FB1-0A7A-443E-AAF7-31D4FA1AA312}" type="datetimeFigureOut">
              <a:rPr lang="en-US"/>
              <a:pPr/>
              <a:t>7/6/2025</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p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t>Click to edit Master title style</a:t>
            </a: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9AFE8FB1-0A7A-443E-AAF7-31D4FA1AA312}" type="datetimeFigureOut">
              <a:rPr lang="en-US"/>
              <a:pPr/>
              <a:t>7/6/2025</a:t>
            </a:fld>
            <a:endParaRPr/>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000">
                <a:solidFill>
                  <a:schemeClr val="tx1">
                    <a:tint val="75000"/>
                  </a:schemeClr>
                </a:solidFill>
              </a:defRPr>
            </a:lvl1pPr>
          </a:lstStyle>
          <a:p>
            <a:fld id="{25BA54BD-C84D-46CE-8B72-31BFB26ABA43}" type="slidenum">
              <a:rPr/>
              <a:pPr/>
              <a:t>‹#›</a:t>
            </a:fld>
            <a:endParaRPr/>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Military Rule of 1958 and The Basic Democracy of </a:t>
            </a:r>
            <a:r>
              <a:rPr lang="en-US" dirty="0" err="1"/>
              <a:t>Ayub</a:t>
            </a:r>
            <a:r>
              <a:rPr lang="en-US" dirty="0"/>
              <a:t> Khan</a:t>
            </a:r>
          </a:p>
        </p:txBody>
      </p:sp>
      <p:sp>
        <p:nvSpPr>
          <p:cNvPr id="5" name="Subtitle 4">
            <a:extLst>
              <a:ext uri="{FF2B5EF4-FFF2-40B4-BE49-F238E27FC236}">
                <a16:creationId xmlns:a16="http://schemas.microsoft.com/office/drawing/2014/main" id="{690CB41A-D7B0-5135-79EE-8F9C433918E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Guess! Who is he?</a:t>
            </a:r>
          </a:p>
        </p:txBody>
      </p:sp>
      <p:pic>
        <p:nvPicPr>
          <p:cNvPr id="4" name="Content Placeholder 3" descr="ayub.jpg"/>
          <p:cNvPicPr>
            <a:picLocks noGrp="1" noChangeAspect="1"/>
          </p:cNvPicPr>
          <p:nvPr>
            <p:ph idx="1"/>
          </p:nvPr>
        </p:nvPicPr>
        <p:blipFill>
          <a:blip r:embed="rId2"/>
          <a:stretch>
            <a:fillRect/>
          </a:stretch>
        </p:blipFill>
        <p:spPr>
          <a:xfrm>
            <a:off x="3503612" y="1752600"/>
            <a:ext cx="5486400" cy="4800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Military Took over the Power?</a:t>
            </a:r>
          </a:p>
        </p:txBody>
      </p:sp>
      <p:sp>
        <p:nvSpPr>
          <p:cNvPr id="3" name="Content Placeholder 2"/>
          <p:cNvSpPr>
            <a:spLocks noGrp="1"/>
          </p:cNvSpPr>
          <p:nvPr>
            <p:ph idx="1"/>
          </p:nvPr>
        </p:nvSpPr>
        <p:spPr>
          <a:xfrm>
            <a:off x="1065212" y="1905000"/>
            <a:ext cx="10363200" cy="4267200"/>
          </a:xfrm>
        </p:spPr>
        <p:txBody>
          <a:bodyPr/>
          <a:lstStyle/>
          <a:p>
            <a:pPr marL="457200" indent="-457200">
              <a:buFont typeface="+mj-lt"/>
              <a:buAutoNum type="arabicPeriod"/>
            </a:pPr>
            <a:r>
              <a:rPr lang="en-US" dirty="0"/>
              <a:t>The Intentional barrier on the development of democracy and democratic institutions:</a:t>
            </a:r>
          </a:p>
          <a:p>
            <a:pPr marL="457200" indent="-457200">
              <a:buFont typeface="Wingdings" pitchFamily="2" charset="2"/>
              <a:buChar char="Ø"/>
            </a:pPr>
            <a:r>
              <a:rPr lang="en-US" dirty="0"/>
              <a:t>Power Party’s conflict with United Front</a:t>
            </a:r>
          </a:p>
          <a:p>
            <a:pPr marL="457200" indent="-457200">
              <a:buFont typeface="Wingdings" pitchFamily="2" charset="2"/>
              <a:buChar char="Ø"/>
            </a:pPr>
            <a:r>
              <a:rPr lang="en-US" dirty="0"/>
              <a:t>UF Government was dissolved on 30 May, 1954 (92-A of India act 1935)</a:t>
            </a:r>
          </a:p>
          <a:p>
            <a:pPr marL="457200" indent="-457200">
              <a:buFont typeface="Wingdings" pitchFamily="2" charset="2"/>
              <a:buChar char="Ø"/>
            </a:pPr>
            <a:r>
              <a:rPr lang="en-US" dirty="0" err="1"/>
              <a:t>Sher</a:t>
            </a:r>
            <a:r>
              <a:rPr lang="en-US" dirty="0"/>
              <a:t>-e-</a:t>
            </a:r>
            <a:r>
              <a:rPr lang="en-US" dirty="0" err="1"/>
              <a:t>Bangla</a:t>
            </a:r>
            <a:r>
              <a:rPr lang="en-US" dirty="0"/>
              <a:t> and UF Govt. was accused with quisling and </a:t>
            </a:r>
            <a:r>
              <a:rPr lang="en-US" dirty="0" err="1"/>
              <a:t>Adamjee</a:t>
            </a:r>
            <a:r>
              <a:rPr lang="en-US" dirty="0"/>
              <a:t> jute mill incident</a:t>
            </a:r>
          </a:p>
          <a:p>
            <a:pPr marL="457200" indent="-457200">
              <a:buFont typeface="Wingdings" pitchFamily="2" charset="2"/>
              <a:buChar char="Ø"/>
            </a:pPr>
            <a:r>
              <a:rPr lang="en-US" dirty="0"/>
              <a:t>As a result, bad example was placed upon the elite military and </a:t>
            </a:r>
            <a:r>
              <a:rPr lang="en-US" dirty="0" err="1"/>
              <a:t>bureaucrates</a:t>
            </a:r>
            <a:r>
              <a:rPr lang="en-US" dirty="0"/>
              <a:t> which ultimately displeased the political leaders and created political chaos (</a:t>
            </a:r>
            <a:r>
              <a:rPr lang="en-US" dirty="0" err="1"/>
              <a:t>Keios</a:t>
            </a:r>
            <a:r>
              <a:rPr lang="en-US" dirty="0"/>
              <a:t>) in both wing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Military Took over the Power? (Con.)</a:t>
            </a:r>
          </a:p>
        </p:txBody>
      </p:sp>
      <p:sp>
        <p:nvSpPr>
          <p:cNvPr id="3" name="Content Placeholder 2"/>
          <p:cNvSpPr>
            <a:spLocks noGrp="1"/>
          </p:cNvSpPr>
          <p:nvPr>
            <p:ph idx="1"/>
          </p:nvPr>
        </p:nvSpPr>
        <p:spPr>
          <a:xfrm>
            <a:off x="1522414" y="1676400"/>
            <a:ext cx="9144000" cy="4876800"/>
          </a:xfrm>
        </p:spPr>
        <p:txBody>
          <a:bodyPr>
            <a:normAutofit fontScale="85000" lnSpcReduction="10000"/>
          </a:bodyPr>
          <a:lstStyle/>
          <a:p>
            <a:pPr marL="457200" indent="-457200">
              <a:buNone/>
            </a:pPr>
            <a:r>
              <a:rPr lang="en-US" dirty="0"/>
              <a:t>2. Internal Conflict among UF</a:t>
            </a:r>
          </a:p>
          <a:p>
            <a:pPr marL="457200" indent="-457200">
              <a:buFont typeface="Wingdings" pitchFamily="2" charset="2"/>
              <a:buChar char="Ø"/>
            </a:pPr>
            <a:r>
              <a:rPr lang="en-US" dirty="0"/>
              <a:t>On the formation of Cabinet (237 Seats-AL got 143 Seats but no representation..)</a:t>
            </a:r>
          </a:p>
          <a:p>
            <a:pPr marL="457200" indent="-457200">
              <a:buFont typeface="Wingdings" pitchFamily="2" charset="2"/>
              <a:buChar char="Ø"/>
            </a:pPr>
            <a:r>
              <a:rPr lang="en-US" dirty="0"/>
              <a:t>In the long run military took the full advantage of this instability</a:t>
            </a:r>
          </a:p>
          <a:p>
            <a:pPr marL="457200" indent="-457200">
              <a:buNone/>
            </a:pPr>
            <a:r>
              <a:rPr lang="en-US" dirty="0"/>
              <a:t>3. 1956 Scarcity of Food and the Failure of Government</a:t>
            </a:r>
          </a:p>
          <a:p>
            <a:pPr marL="457200" indent="-457200">
              <a:buFont typeface="Wingdings" pitchFamily="2" charset="2"/>
              <a:buChar char="Ø"/>
            </a:pPr>
            <a:r>
              <a:rPr lang="en-US" dirty="0"/>
              <a:t>Food Scarcity and incapability of govt. to import food and supplies</a:t>
            </a:r>
          </a:p>
          <a:p>
            <a:pPr marL="457200" indent="-457200">
              <a:buFont typeface="Wingdings" pitchFamily="2" charset="2"/>
              <a:buChar char="Ø"/>
            </a:pPr>
            <a:r>
              <a:rPr lang="en-US" dirty="0"/>
              <a:t>Peoples ‘</a:t>
            </a:r>
            <a:r>
              <a:rPr lang="en-US" dirty="0" err="1"/>
              <a:t>Bhukha</a:t>
            </a:r>
            <a:r>
              <a:rPr lang="en-US" dirty="0"/>
              <a:t>’ procession and killings.</a:t>
            </a:r>
          </a:p>
          <a:p>
            <a:pPr marL="457200" indent="-457200">
              <a:buNone/>
            </a:pPr>
            <a:r>
              <a:rPr lang="en-US" dirty="0"/>
              <a:t>4. Internal Conflict in </a:t>
            </a:r>
            <a:r>
              <a:rPr lang="en-US" dirty="0" err="1"/>
              <a:t>Awami</a:t>
            </a:r>
            <a:r>
              <a:rPr lang="en-US" dirty="0"/>
              <a:t> League and the Fall of </a:t>
            </a:r>
            <a:r>
              <a:rPr lang="en-US" dirty="0" err="1"/>
              <a:t>Awami</a:t>
            </a:r>
            <a:r>
              <a:rPr lang="en-US" dirty="0"/>
              <a:t> Government</a:t>
            </a:r>
          </a:p>
          <a:p>
            <a:pPr marL="457200" indent="-457200">
              <a:buFont typeface="Wingdings" pitchFamily="2" charset="2"/>
              <a:buChar char="Ø"/>
            </a:pPr>
            <a:r>
              <a:rPr lang="en-US" dirty="0"/>
              <a:t>United Front dissolved</a:t>
            </a:r>
          </a:p>
          <a:p>
            <a:pPr marL="457200" indent="-457200">
              <a:buFont typeface="Wingdings" pitchFamily="2" charset="2"/>
              <a:buChar char="Ø"/>
            </a:pPr>
            <a:r>
              <a:rPr lang="en-US" dirty="0"/>
              <a:t>New Govt. formed by </a:t>
            </a:r>
            <a:r>
              <a:rPr lang="en-US" dirty="0" err="1"/>
              <a:t>Ataur</a:t>
            </a:r>
            <a:r>
              <a:rPr lang="en-US" dirty="0"/>
              <a:t> </a:t>
            </a:r>
            <a:r>
              <a:rPr lang="en-US" dirty="0" err="1"/>
              <a:t>Rahman</a:t>
            </a:r>
            <a:r>
              <a:rPr lang="en-US" dirty="0"/>
              <a:t> and his enmity with Sheikh </a:t>
            </a:r>
            <a:r>
              <a:rPr lang="en-US" dirty="0" err="1"/>
              <a:t>Mujibur</a:t>
            </a:r>
            <a:r>
              <a:rPr lang="en-US" dirty="0"/>
              <a:t> </a:t>
            </a:r>
            <a:r>
              <a:rPr lang="en-US" dirty="0" err="1"/>
              <a:t>Rahman</a:t>
            </a:r>
            <a:r>
              <a:rPr lang="en-US" dirty="0"/>
              <a:t> ( In 1958, 31</a:t>
            </a:r>
            <a:r>
              <a:rPr lang="en-US" baseline="30000" dirty="0"/>
              <a:t>st</a:t>
            </a:r>
            <a:r>
              <a:rPr lang="en-US" dirty="0"/>
              <a:t> March govt. </a:t>
            </a:r>
            <a:r>
              <a:rPr lang="en-US" dirty="0" err="1"/>
              <a:t>disolved</a:t>
            </a:r>
            <a:r>
              <a:rPr lang="en-US" dirty="0"/>
              <a:t>)</a:t>
            </a:r>
          </a:p>
          <a:p>
            <a:pPr marL="457200" indent="-457200">
              <a:buNone/>
            </a:pPr>
            <a:r>
              <a:rPr lang="en-US" dirty="0"/>
              <a:t>5. Killing of Deputy Speaker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487362"/>
          </a:xfrm>
        </p:spPr>
        <p:txBody>
          <a:bodyPr>
            <a:normAutofit fontScale="90000"/>
          </a:bodyPr>
          <a:lstStyle/>
          <a:p>
            <a:r>
              <a:rPr lang="en-US" dirty="0"/>
              <a:t>Why Military Took over the Power? (Con.)</a:t>
            </a:r>
          </a:p>
        </p:txBody>
      </p:sp>
      <p:sp>
        <p:nvSpPr>
          <p:cNvPr id="3" name="Content Placeholder 2"/>
          <p:cNvSpPr>
            <a:spLocks noGrp="1"/>
          </p:cNvSpPr>
          <p:nvPr>
            <p:ph idx="1"/>
          </p:nvPr>
        </p:nvSpPr>
        <p:spPr>
          <a:xfrm>
            <a:off x="1522414" y="990600"/>
            <a:ext cx="9144000" cy="5181600"/>
          </a:xfrm>
        </p:spPr>
        <p:txBody>
          <a:bodyPr/>
          <a:lstStyle/>
          <a:p>
            <a:r>
              <a:rPr lang="en-US" dirty="0"/>
              <a:t>6. The Undemocratic Decision of </a:t>
            </a:r>
            <a:r>
              <a:rPr lang="en-US" dirty="0" err="1"/>
              <a:t>Iskander</a:t>
            </a:r>
            <a:r>
              <a:rPr lang="en-US" dirty="0"/>
              <a:t> </a:t>
            </a:r>
            <a:r>
              <a:rPr lang="en-US" dirty="0" err="1"/>
              <a:t>Mirza</a:t>
            </a:r>
            <a:endParaRPr lang="en-US" dirty="0"/>
          </a:p>
          <a:p>
            <a:pPr>
              <a:buFont typeface="Wingdings" pitchFamily="2" charset="2"/>
              <a:buChar char="Ø"/>
            </a:pPr>
            <a:r>
              <a:rPr lang="en-US" dirty="0"/>
              <a:t>Military rule was introduced on 7</a:t>
            </a:r>
            <a:r>
              <a:rPr lang="en-US" baseline="30000" dirty="0"/>
              <a:t>th</a:t>
            </a:r>
            <a:r>
              <a:rPr lang="en-US" dirty="0"/>
              <a:t> Oct, 1958 by </a:t>
            </a:r>
            <a:r>
              <a:rPr lang="en-US" dirty="0" err="1"/>
              <a:t>Iskander</a:t>
            </a:r>
            <a:r>
              <a:rPr lang="en-US" dirty="0"/>
              <a:t> </a:t>
            </a:r>
            <a:r>
              <a:rPr lang="en-US" dirty="0" err="1"/>
              <a:t>Mirza</a:t>
            </a:r>
            <a:r>
              <a:rPr lang="en-US" dirty="0"/>
              <a:t> on the following grounds</a:t>
            </a:r>
          </a:p>
          <a:p>
            <a:endParaRPr lang="en-US" dirty="0"/>
          </a:p>
        </p:txBody>
      </p:sp>
      <p:graphicFrame>
        <p:nvGraphicFramePr>
          <p:cNvPr id="4" name="Diagram 3"/>
          <p:cNvGraphicFramePr/>
          <p:nvPr/>
        </p:nvGraphicFramePr>
        <p:xfrm>
          <a:off x="150812" y="1981200"/>
          <a:ext cx="11887200"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ounded Rectangle 4"/>
          <p:cNvSpPr/>
          <p:nvPr/>
        </p:nvSpPr>
        <p:spPr>
          <a:xfrm>
            <a:off x="1065212" y="5867400"/>
            <a:ext cx="10363200" cy="8382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cap="all">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6" name="TextBox 5"/>
          <p:cNvSpPr txBox="1"/>
          <p:nvPr/>
        </p:nvSpPr>
        <p:spPr>
          <a:xfrm>
            <a:off x="1293812" y="5943600"/>
            <a:ext cx="9982200" cy="757130"/>
          </a:xfrm>
          <a:prstGeom prst="rect">
            <a:avLst/>
          </a:prstGeom>
          <a:noFill/>
          <a:ln>
            <a:solidFill>
              <a:srgbClr val="FF0000"/>
            </a:solidFill>
          </a:ln>
        </p:spPr>
        <p:txBody>
          <a:bodyPr wrap="square" rtlCol="0">
            <a:spAutoFit/>
            <a:scene3d>
              <a:camera prst="orthographicFront"/>
              <a:lightRig rig="balanced" dir="t">
                <a:rot lat="0" lon="0" rev="2100000"/>
              </a:lightRig>
            </a:scene3d>
            <a:sp3d extrusionH="57150" prstMaterial="metal">
              <a:bevelT w="38100" h="25400"/>
              <a:contourClr>
                <a:schemeClr val="bg2"/>
              </a:contourClr>
            </a:sp3d>
          </a:bodyPr>
          <a:lstStyle/>
          <a:p>
            <a:pPr>
              <a:lnSpc>
                <a:spcPct val="90000"/>
              </a:lnSpc>
            </a:pPr>
            <a:r>
              <a:rPr lang="en-US" sz="2400" b="1" dirty="0">
                <a:ln w="50800"/>
                <a:solidFill>
                  <a:schemeClr val="bg1">
                    <a:shade val="50000"/>
                  </a:schemeClr>
                </a:solidFill>
              </a:rPr>
              <a:t>Who is responsible? Basically he was partly forced by the military and civil bureaucrats and Panjabi business elites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Military Took over the Power? (Con.)</a:t>
            </a:r>
          </a:p>
        </p:txBody>
      </p:sp>
      <p:sp>
        <p:nvSpPr>
          <p:cNvPr id="3" name="Content Placeholder 2"/>
          <p:cNvSpPr>
            <a:spLocks noGrp="1"/>
          </p:cNvSpPr>
          <p:nvPr>
            <p:ph idx="1"/>
          </p:nvPr>
        </p:nvSpPr>
        <p:spPr>
          <a:xfrm>
            <a:off x="1217612" y="1981200"/>
            <a:ext cx="10287000" cy="4495800"/>
          </a:xfrm>
        </p:spPr>
        <p:txBody>
          <a:bodyPr>
            <a:normAutofit fontScale="92500"/>
          </a:bodyPr>
          <a:lstStyle/>
          <a:p>
            <a:r>
              <a:rPr lang="en-US" dirty="0"/>
              <a:t>7. </a:t>
            </a:r>
            <a:r>
              <a:rPr lang="en-US" dirty="0" err="1"/>
              <a:t>Ayub’s</a:t>
            </a:r>
            <a:r>
              <a:rPr lang="en-US" dirty="0"/>
              <a:t> Aspirations for the Power</a:t>
            </a:r>
          </a:p>
          <a:p>
            <a:pPr>
              <a:buFont typeface="Wingdings" pitchFamily="2" charset="2"/>
              <a:buChar char="Ø"/>
            </a:pPr>
            <a:r>
              <a:rPr lang="en-US" dirty="0"/>
              <a:t>Having a comfortable image upon the Army</a:t>
            </a:r>
          </a:p>
          <a:p>
            <a:pPr>
              <a:buFont typeface="Wingdings" pitchFamily="2" charset="2"/>
              <a:buChar char="Ø"/>
            </a:pPr>
            <a:r>
              <a:rPr lang="en-US" dirty="0"/>
              <a:t>Was held the post of a minister earlier when he was the chief of staff</a:t>
            </a:r>
          </a:p>
          <a:p>
            <a:pPr>
              <a:buFont typeface="Wingdings" pitchFamily="2" charset="2"/>
              <a:buChar char="Ø"/>
            </a:pPr>
            <a:r>
              <a:rPr lang="en-US" dirty="0"/>
              <a:t>So he had taken the command immediate after the proclamation of military rule by </a:t>
            </a:r>
            <a:r>
              <a:rPr lang="en-US" dirty="0" err="1"/>
              <a:t>Iskander</a:t>
            </a:r>
            <a:r>
              <a:rPr lang="en-US" dirty="0"/>
              <a:t> </a:t>
            </a:r>
            <a:r>
              <a:rPr lang="en-US" dirty="0" err="1"/>
              <a:t>Mirza</a:t>
            </a:r>
            <a:endParaRPr lang="en-US" dirty="0"/>
          </a:p>
          <a:p>
            <a:pPr>
              <a:buFont typeface="Wingdings" pitchFamily="2" charset="2"/>
              <a:buChar char="Ø"/>
            </a:pPr>
            <a:r>
              <a:rPr lang="en-US" dirty="0"/>
              <a:t>10 Years of Military and Semi-Military rule started</a:t>
            </a:r>
          </a:p>
          <a:p>
            <a:pPr>
              <a:buNone/>
            </a:pPr>
            <a:r>
              <a:rPr lang="en-US" dirty="0"/>
              <a:t>8. Threat of losing presidential election in 1958 by President </a:t>
            </a:r>
            <a:r>
              <a:rPr lang="en-US" dirty="0" err="1"/>
              <a:t>Mirza</a:t>
            </a:r>
            <a:endParaRPr lang="en-US" dirty="0"/>
          </a:p>
          <a:p>
            <a:pPr>
              <a:buNone/>
            </a:pPr>
            <a:r>
              <a:rPr lang="en-US" dirty="0"/>
              <a:t>9. Dismissals of Prime Ministers C.M. Ali, H.S. </a:t>
            </a:r>
            <a:r>
              <a:rPr lang="en-US" dirty="0" err="1"/>
              <a:t>Suhrawardy</a:t>
            </a:r>
            <a:r>
              <a:rPr lang="en-US" dirty="0"/>
              <a:t>, I.I. </a:t>
            </a:r>
            <a:r>
              <a:rPr lang="en-US" dirty="0" err="1"/>
              <a:t>Chundrigar</a:t>
            </a:r>
            <a:r>
              <a:rPr lang="en-US" dirty="0"/>
              <a:t> in 1956–58</a:t>
            </a:r>
          </a:p>
          <a:p>
            <a:pPr>
              <a:buNone/>
            </a:pPr>
            <a:r>
              <a:rPr lang="en-US" dirty="0"/>
              <a:t>10. </a:t>
            </a:r>
            <a:r>
              <a:rPr lang="en-US" dirty="0" err="1"/>
              <a:t>Suspensioning</a:t>
            </a:r>
            <a:r>
              <a:rPr lang="en-US" dirty="0"/>
              <a:t> of the writ of the Constitution and dissolution of </a:t>
            </a:r>
            <a:r>
              <a:rPr lang="en-US" u="sng" dirty="0"/>
              <a:t>Parliament</a:t>
            </a:r>
            <a:endParaRPr lang="en-US" dirty="0"/>
          </a:p>
          <a:p>
            <a:pPr>
              <a:buNone/>
            </a:pPr>
            <a:endParaRPr lang="en-US" dirty="0"/>
          </a:p>
          <a:p>
            <a:pPr>
              <a:buNone/>
            </a:pPr>
            <a:endParaRPr lang="en-US" dirty="0"/>
          </a:p>
          <a:p>
            <a:pPr>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Proclamation of Military Rule</a:t>
            </a:r>
          </a:p>
        </p:txBody>
      </p:sp>
      <p:sp>
        <p:nvSpPr>
          <p:cNvPr id="3" name="Content Placeholder 2"/>
          <p:cNvSpPr>
            <a:spLocks noGrp="1"/>
          </p:cNvSpPr>
          <p:nvPr>
            <p:ph idx="1"/>
          </p:nvPr>
        </p:nvSpPr>
        <p:spPr>
          <a:xfrm>
            <a:off x="1293812" y="2362200"/>
            <a:ext cx="9372602" cy="4038600"/>
          </a:xfrm>
        </p:spPr>
        <p:txBody>
          <a:bodyPr>
            <a:normAutofit/>
          </a:bodyPr>
          <a:lstStyle/>
          <a:p>
            <a:pPr>
              <a:buFont typeface="Wingdings" pitchFamily="2" charset="2"/>
              <a:buChar char="§"/>
            </a:pPr>
            <a:r>
              <a:rPr lang="en-US" dirty="0"/>
              <a:t> On October 7, President </a:t>
            </a:r>
            <a:r>
              <a:rPr lang="en-US" dirty="0" err="1"/>
              <a:t>Mirza</a:t>
            </a:r>
            <a:r>
              <a:rPr lang="en-US" dirty="0"/>
              <a:t> declared martial law in Pakistan. </a:t>
            </a:r>
          </a:p>
          <a:p>
            <a:pPr>
              <a:buFont typeface="Wingdings" pitchFamily="2" charset="2"/>
              <a:buChar char="§"/>
            </a:pPr>
            <a:r>
              <a:rPr lang="en-US" dirty="0"/>
              <a:t>He abrogated the constitution of 1956, describing it as "unworkable" and full of "dangerous compromises.“</a:t>
            </a:r>
          </a:p>
          <a:p>
            <a:pPr>
              <a:buFont typeface="Wingdings" pitchFamily="2" charset="2"/>
              <a:buChar char="§"/>
            </a:pPr>
            <a:r>
              <a:rPr lang="en-US" dirty="0"/>
              <a:t>He appointed General </a:t>
            </a:r>
            <a:r>
              <a:rPr lang="en-US" dirty="0" err="1"/>
              <a:t>Ayub</a:t>
            </a:r>
            <a:r>
              <a:rPr lang="en-US" dirty="0"/>
              <a:t> Khan, the Commander-in-Chief of the Pakistani army as the Chief Martial Law Administrator and </a:t>
            </a:r>
          </a:p>
          <a:p>
            <a:pPr>
              <a:buFont typeface="Wingdings" pitchFamily="2" charset="2"/>
              <a:buChar char="§"/>
            </a:pPr>
            <a:r>
              <a:rPr lang="en-US" dirty="0"/>
              <a:t>Nominated him to become the new Prime Minister of Pakistan, charged with administering the country.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a:t>
            </a:r>
          </a:p>
        </p:txBody>
      </p:sp>
      <p:graphicFrame>
        <p:nvGraphicFramePr>
          <p:cNvPr id="4" name="Content Placeholder 3"/>
          <p:cNvGraphicFramePr>
            <a:graphicFrameLocks noGrp="1"/>
          </p:cNvGraphicFramePr>
          <p:nvPr>
            <p:ph idx="1"/>
          </p:nvPr>
        </p:nvGraphicFramePr>
        <p:xfrm>
          <a:off x="1522413" y="1905000"/>
          <a:ext cx="9144000" cy="426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nvPr>
        </p:nvGraphicFramePr>
        <p:xfrm>
          <a:off x="1370012" y="1752600"/>
          <a:ext cx="99822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Deposing of </a:t>
            </a:r>
            <a:r>
              <a:rPr lang="en-US" dirty="0" err="1"/>
              <a:t>Mirza</a:t>
            </a:r>
            <a:endParaRPr lang="en-US" dirty="0"/>
          </a:p>
        </p:txBody>
      </p:sp>
      <p:sp>
        <p:nvSpPr>
          <p:cNvPr id="14" name="Content Placeholder 13"/>
          <p:cNvSpPr>
            <a:spLocks noGrp="1"/>
          </p:cNvSpPr>
          <p:nvPr>
            <p:ph idx="1"/>
          </p:nvPr>
        </p:nvSpPr>
        <p:spPr/>
        <p:txBody>
          <a:bodyPr>
            <a:normAutofit fontScale="92500" lnSpcReduction="10000"/>
          </a:bodyPr>
          <a:lstStyle/>
          <a:p>
            <a:r>
              <a:rPr lang="en-US" dirty="0"/>
              <a:t>On October 27, </a:t>
            </a:r>
            <a:r>
              <a:rPr lang="en-US" dirty="0" err="1"/>
              <a:t>Iskander</a:t>
            </a:r>
            <a:r>
              <a:rPr lang="en-US" dirty="0"/>
              <a:t> </a:t>
            </a:r>
            <a:r>
              <a:rPr lang="en-US" dirty="0" err="1"/>
              <a:t>Mirza</a:t>
            </a:r>
            <a:r>
              <a:rPr lang="en-US" dirty="0"/>
              <a:t> resigned from the presidency, transferring it to </a:t>
            </a:r>
            <a:r>
              <a:rPr lang="en-US" dirty="0" err="1"/>
              <a:t>Ayub</a:t>
            </a:r>
            <a:r>
              <a:rPr lang="en-US" dirty="0"/>
              <a:t> Khan.</a:t>
            </a:r>
            <a:endParaRPr lang="en-US" baseline="30000" dirty="0"/>
          </a:p>
          <a:p>
            <a:r>
              <a:rPr lang="en-US" dirty="0"/>
              <a:t>Both men saw the other as a rival to their respective positions. </a:t>
            </a:r>
            <a:r>
              <a:rPr lang="en-US" dirty="0" err="1"/>
              <a:t>Mirza</a:t>
            </a:r>
            <a:r>
              <a:rPr lang="en-US" dirty="0"/>
              <a:t> believed his own position had become largely redundant after </a:t>
            </a:r>
            <a:r>
              <a:rPr lang="en-US" dirty="0" err="1"/>
              <a:t>Ayub</a:t>
            </a:r>
            <a:r>
              <a:rPr lang="en-US" dirty="0"/>
              <a:t> Khan assumed most executive powers as chief martial law administrator and prime minister, and acted to assert himself, while </a:t>
            </a:r>
            <a:r>
              <a:rPr lang="en-US" dirty="0" err="1"/>
              <a:t>Ayub</a:t>
            </a:r>
            <a:r>
              <a:rPr lang="en-US" dirty="0"/>
              <a:t> Khan thought </a:t>
            </a:r>
            <a:r>
              <a:rPr lang="en-US" dirty="0" err="1"/>
              <a:t>Mirza</a:t>
            </a:r>
            <a:r>
              <a:rPr lang="en-US" dirty="0"/>
              <a:t> was conspiring against him.</a:t>
            </a:r>
            <a:endParaRPr lang="en-US" baseline="30000" dirty="0"/>
          </a:p>
          <a:p>
            <a:r>
              <a:rPr lang="en-US" dirty="0"/>
              <a:t>It is widely held that </a:t>
            </a:r>
            <a:r>
              <a:rPr lang="en-US" dirty="0" err="1"/>
              <a:t>Ayub</a:t>
            </a:r>
            <a:r>
              <a:rPr lang="en-US" dirty="0"/>
              <a:t> Khan and generals loyal to him forced </a:t>
            </a:r>
            <a:r>
              <a:rPr lang="en-US" dirty="0" err="1"/>
              <a:t>Mirza</a:t>
            </a:r>
            <a:r>
              <a:rPr lang="en-US" dirty="0"/>
              <a:t> to resign. </a:t>
            </a:r>
          </a:p>
          <a:p>
            <a:r>
              <a:rPr lang="en-US" dirty="0" err="1"/>
              <a:t>Mirza</a:t>
            </a:r>
            <a:r>
              <a:rPr lang="en-US" dirty="0"/>
              <a:t> was later taken to Quetta, the capital of the province of Baluchistan, before being exiled on November 27 to London, England, where he resided until his death in 1969.</a:t>
            </a:r>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Consolidation</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err="1"/>
              <a:t>Ayub</a:t>
            </a:r>
            <a:r>
              <a:rPr lang="en-US" dirty="0"/>
              <a:t> Khan combined the offices of president and prime minister, becoming both the head of state and government. </a:t>
            </a:r>
          </a:p>
          <a:p>
            <a:r>
              <a:rPr lang="en-US" dirty="0"/>
              <a:t>He created a cabinet of technocrats, diplomats and military officers. </a:t>
            </a:r>
          </a:p>
          <a:p>
            <a:r>
              <a:rPr lang="en-US" dirty="0"/>
              <a:t>These included Air Marshal </a:t>
            </a:r>
            <a:r>
              <a:rPr lang="en-US" dirty="0" err="1"/>
              <a:t>Asghar</a:t>
            </a:r>
            <a:r>
              <a:rPr lang="en-US" dirty="0"/>
              <a:t> Khan and </a:t>
            </a:r>
            <a:r>
              <a:rPr lang="en-US" dirty="0" err="1"/>
              <a:t>Zulfikar</a:t>
            </a:r>
            <a:r>
              <a:rPr lang="en-US" dirty="0"/>
              <a:t> Ali Bhutto, the future prime minister. </a:t>
            </a:r>
          </a:p>
          <a:p>
            <a:r>
              <a:rPr lang="en-US" dirty="0"/>
              <a:t>In contrast with future Pakistani military rulers such as Gen. Zia-</a:t>
            </a:r>
            <a:r>
              <a:rPr lang="en-US" dirty="0" err="1"/>
              <a:t>ul</a:t>
            </a:r>
            <a:r>
              <a:rPr lang="en-US" dirty="0"/>
              <a:t>-</a:t>
            </a:r>
            <a:r>
              <a:rPr lang="en-US" dirty="0" err="1"/>
              <a:t>Haq</a:t>
            </a:r>
            <a:r>
              <a:rPr lang="en-US" dirty="0"/>
              <a:t> and Gen. </a:t>
            </a:r>
            <a:r>
              <a:rPr lang="en-US" dirty="0" err="1"/>
              <a:t>Pervez</a:t>
            </a:r>
            <a:r>
              <a:rPr lang="en-US" dirty="0"/>
              <a:t> </a:t>
            </a:r>
            <a:r>
              <a:rPr lang="en-US" dirty="0" err="1"/>
              <a:t>Musharraf</a:t>
            </a:r>
            <a:r>
              <a:rPr lang="en-US" dirty="0"/>
              <a:t>, </a:t>
            </a:r>
            <a:r>
              <a:rPr lang="en-US" dirty="0" err="1"/>
              <a:t>Ayub</a:t>
            </a:r>
            <a:r>
              <a:rPr lang="en-US" dirty="0"/>
              <a:t> Khan did not seek to hold the posts of president and army chief simultaneously. </a:t>
            </a:r>
          </a:p>
          <a:p>
            <a:r>
              <a:rPr lang="en-US" dirty="0"/>
              <a:t>He appointed Gen. Muhammad Musa as the new commander-in-chief.</a:t>
            </a:r>
            <a:endParaRPr lang="en-US" baseline="30000" dirty="0"/>
          </a:p>
          <a:p>
            <a:r>
              <a:rPr lang="en-US" dirty="0" err="1"/>
              <a:t>Ayub</a:t>
            </a:r>
            <a:r>
              <a:rPr lang="en-US" dirty="0"/>
              <a:t> Khan also obtained judicial validation of his move when the Supreme Court of Pakistan validated and </a:t>
            </a:r>
            <a:r>
              <a:rPr lang="en-US" dirty="0" err="1"/>
              <a:t>legalised</a:t>
            </a:r>
            <a:r>
              <a:rPr lang="en-US" dirty="0"/>
              <a:t> his take-over under the "Doctrine of necessity."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Basic Democracy of </a:t>
            </a:r>
            <a:r>
              <a:rPr lang="en-US" dirty="0" err="1"/>
              <a:t>Ayub</a:t>
            </a:r>
            <a:r>
              <a:rPr lang="en-US" dirty="0"/>
              <a:t> Khan</a:t>
            </a:r>
          </a:p>
        </p:txBody>
      </p:sp>
      <p:sp>
        <p:nvSpPr>
          <p:cNvPr id="3" name="Subtitle 2"/>
          <p:cNvSpPr>
            <a:spLocks noGrp="1"/>
          </p:cNvSpPr>
          <p:nvPr>
            <p:ph type="subTitle" idx="1"/>
          </p:nvPr>
        </p:nvSpPr>
        <p:spPr/>
        <p:txBody>
          <a:bodyPr/>
          <a:lstStyle/>
          <a:p>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Aims and Objectives</a:t>
            </a:r>
          </a:p>
        </p:txBody>
      </p:sp>
      <p:graphicFrame>
        <p:nvGraphicFramePr>
          <p:cNvPr id="5" name="Content Placeholder 4"/>
          <p:cNvGraphicFramePr>
            <a:graphicFrameLocks noGrp="1"/>
          </p:cNvGraphicFramePr>
          <p:nvPr>
            <p:ph idx="1"/>
          </p:nvPr>
        </p:nvGraphicFramePr>
        <p:xfrm>
          <a:off x="303212" y="1676400"/>
          <a:ext cx="11658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Democracy </a:t>
            </a:r>
          </a:p>
        </p:txBody>
      </p:sp>
      <p:sp>
        <p:nvSpPr>
          <p:cNvPr id="3" name="Content Placeholder 2"/>
          <p:cNvSpPr>
            <a:spLocks noGrp="1"/>
          </p:cNvSpPr>
          <p:nvPr>
            <p:ph idx="1"/>
          </p:nvPr>
        </p:nvSpPr>
        <p:spPr/>
        <p:txBody>
          <a:bodyPr>
            <a:normAutofit/>
          </a:bodyPr>
          <a:lstStyle/>
          <a:p>
            <a:r>
              <a:rPr lang="en-US" b="1" dirty="0"/>
              <a:t>Basic Democracies</a:t>
            </a:r>
            <a:r>
              <a:rPr lang="en-US" dirty="0"/>
              <a:t> a local government system introduced during the </a:t>
            </a:r>
            <a:r>
              <a:rPr lang="en-US" dirty="0" err="1"/>
              <a:t>Ayub</a:t>
            </a:r>
            <a:r>
              <a:rPr lang="en-US" dirty="0"/>
              <a:t> regime in the early 1960s. General </a:t>
            </a:r>
            <a:r>
              <a:rPr lang="en-US" cap="small" dirty="0" err="1"/>
              <a:t>ayub</a:t>
            </a:r>
            <a:r>
              <a:rPr lang="en-US" cap="small" dirty="0"/>
              <a:t> khan</a:t>
            </a:r>
            <a:r>
              <a:rPr lang="en-US" dirty="0"/>
              <a:t>, President of Pakistan, introduced the concept of basic democracy under the Basic Democracies Order, 1959 having made an attempt to initiate a grass-root level democratic system. </a:t>
            </a:r>
          </a:p>
          <a:p>
            <a:r>
              <a:rPr lang="en-US" dirty="0"/>
              <a:t>The system of Basic Democracies was initially a five-tier arrangement. They were: (</a:t>
            </a:r>
            <a:r>
              <a:rPr lang="en-US" dirty="0" err="1"/>
              <a:t>i</a:t>
            </a:r>
            <a:r>
              <a:rPr lang="en-US" dirty="0"/>
              <a:t>) union councils (rural areas), town and union committees (urban areas); (ii) </a:t>
            </a:r>
            <a:r>
              <a:rPr lang="en-US" dirty="0" err="1"/>
              <a:t>thana</a:t>
            </a:r>
            <a:r>
              <a:rPr lang="en-US" dirty="0"/>
              <a:t> councils (East Pakistan), </a:t>
            </a:r>
            <a:r>
              <a:rPr lang="en-US" dirty="0" err="1"/>
              <a:t>tehsil</a:t>
            </a:r>
            <a:r>
              <a:rPr lang="en-US" dirty="0"/>
              <a:t> councils (West Pakistan); (iii) district councils; (iv) divisional councils; (v) provincial development advisory council.</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Tier</a:t>
            </a:r>
          </a:p>
        </p:txBody>
      </p:sp>
      <p:pic>
        <p:nvPicPr>
          <p:cNvPr id="4" name="Content Placeholder 3" descr="local-government-system-in-pakistan-19-638.jpg"/>
          <p:cNvPicPr>
            <a:picLocks noGrp="1" noChangeAspect="1"/>
          </p:cNvPicPr>
          <p:nvPr>
            <p:ph idx="1"/>
          </p:nvPr>
        </p:nvPicPr>
        <p:blipFill>
          <a:blip r:embed="rId2"/>
          <a:stretch>
            <a:fillRect/>
          </a:stretch>
        </p:blipFill>
        <p:spPr>
          <a:xfrm>
            <a:off x="1598612" y="1676400"/>
            <a:ext cx="10134600" cy="4876800"/>
          </a:xfr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d.png"/>
          <p:cNvPicPr>
            <a:picLocks noChangeAspect="1"/>
          </p:cNvPicPr>
          <p:nvPr/>
        </p:nvPicPr>
        <p:blipFill>
          <a:blip r:embed="rId2"/>
          <a:stretch>
            <a:fillRect/>
          </a:stretch>
        </p:blipFill>
        <p:spPr>
          <a:xfrm>
            <a:off x="1293812" y="152400"/>
            <a:ext cx="8763000" cy="655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Council</a:t>
            </a:r>
          </a:p>
        </p:txBody>
      </p:sp>
      <p:sp>
        <p:nvSpPr>
          <p:cNvPr id="3" name="Content Placeholder 2"/>
          <p:cNvSpPr>
            <a:spLocks noGrp="1"/>
          </p:cNvSpPr>
          <p:nvPr>
            <p:ph idx="1"/>
          </p:nvPr>
        </p:nvSpPr>
        <p:spPr/>
        <p:txBody>
          <a:bodyPr/>
          <a:lstStyle/>
          <a:p>
            <a:endParaRPr lang="en-US" dirty="0"/>
          </a:p>
        </p:txBody>
      </p:sp>
      <p:sp>
        <p:nvSpPr>
          <p:cNvPr id="4" name="Rounded Rectangle 3"/>
          <p:cNvSpPr/>
          <p:nvPr/>
        </p:nvSpPr>
        <p:spPr>
          <a:xfrm>
            <a:off x="1674812" y="2286000"/>
            <a:ext cx="9067800" cy="33528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the base of the system was the union council which consisted of a chairman and usually about 15 members. It had both elected and nominated members. </a:t>
            </a:r>
            <a:r>
              <a:rPr lang="en-US" dirty="0">
                <a:solidFill>
                  <a:srgbClr val="FF0000"/>
                </a:solidFill>
              </a:rPr>
              <a:t>Two-thirds</a:t>
            </a:r>
            <a:r>
              <a:rPr lang="en-US" dirty="0"/>
              <a:t> of the members were elected representatives and </a:t>
            </a:r>
            <a:r>
              <a:rPr lang="en-US" dirty="0">
                <a:solidFill>
                  <a:srgbClr val="FF0000"/>
                </a:solidFill>
              </a:rPr>
              <a:t>one-third</a:t>
            </a:r>
            <a:r>
              <a:rPr lang="en-US" dirty="0"/>
              <a:t> consisted of non-official members nominated by the government. However, the nomination was abolished by an amendment in 1962. The members of the council were elected by the people from their respective unions on the basis of universal adult franchise. The chairman of the council was elected by the members from amongst themselves. The elected representatives of the union council were called basic democrats. The total number of such councils was 7300.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Thana/</a:t>
            </a:r>
            <a:r>
              <a:rPr lang="en-US" dirty="0" err="1"/>
              <a:t>Tehsil</a:t>
            </a:r>
            <a:r>
              <a:rPr lang="en-US" dirty="0"/>
              <a:t> Council</a:t>
            </a:r>
          </a:p>
        </p:txBody>
      </p:sp>
      <p:sp>
        <p:nvSpPr>
          <p:cNvPr id="3" name="Content Placeholder 2"/>
          <p:cNvSpPr>
            <a:spLocks noGrp="1"/>
          </p:cNvSpPr>
          <p:nvPr>
            <p:ph idx="1"/>
          </p:nvPr>
        </p:nvSpPr>
        <p:spPr/>
        <p:txBody>
          <a:bodyPr/>
          <a:lstStyle/>
          <a:p>
            <a:endParaRPr lang="en-US"/>
          </a:p>
        </p:txBody>
      </p:sp>
      <p:sp>
        <p:nvSpPr>
          <p:cNvPr id="4" name="Rounded Rectangle 3"/>
          <p:cNvSpPr/>
          <p:nvPr/>
        </p:nvSpPr>
        <p:spPr>
          <a:xfrm>
            <a:off x="1903412" y="2286000"/>
            <a:ext cx="8305800" cy="36576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the second tier was the </a:t>
            </a:r>
            <a:r>
              <a:rPr lang="en-US" dirty="0" err="1"/>
              <a:t>thana</a:t>
            </a:r>
            <a:r>
              <a:rPr lang="en-US" dirty="0"/>
              <a:t> council which consisted of ex-officio representative members, official and non-official members. The representative members were the chairmen of the union councils and town committees. The official members were the representatives of various nation-building departments of a </a:t>
            </a:r>
            <a:r>
              <a:rPr lang="en-US" dirty="0" err="1"/>
              <a:t>thana</a:t>
            </a:r>
            <a:r>
              <a:rPr lang="en-US" dirty="0"/>
              <a:t> and their number was fixed by the district magistrate of the concerned district. The total number of official members could not in any case exceed the number of non-official members. The council was headed by the Sub-Divisional Officer (SDO) who was the ex-officio chairman. In case of West Pakistan, the </a:t>
            </a:r>
            <a:r>
              <a:rPr lang="en-US" dirty="0" err="1"/>
              <a:t>thana</a:t>
            </a:r>
            <a:r>
              <a:rPr lang="en-US" dirty="0"/>
              <a:t> was known as </a:t>
            </a:r>
            <a:r>
              <a:rPr lang="en-US" dirty="0" err="1"/>
              <a:t>tehsil</a:t>
            </a:r>
            <a:r>
              <a:rPr lang="en-US" dirty="0"/>
              <a:t> and it was presided over by a </a:t>
            </a:r>
            <a:r>
              <a:rPr lang="en-US" dirty="0" err="1"/>
              <a:t>tehsilder</a:t>
            </a:r>
            <a:r>
              <a:rPr lang="en-US" dirty="0"/>
              <a:t>. In all, there were 655 </a:t>
            </a:r>
            <a:r>
              <a:rPr lang="en-US" dirty="0" err="1"/>
              <a:t>thanas</a:t>
            </a:r>
            <a:r>
              <a:rPr lang="en-US" dirty="0"/>
              <a:t> and </a:t>
            </a:r>
            <a:r>
              <a:rPr lang="en-US" dirty="0" err="1"/>
              <a:t>tehsils</a:t>
            </a:r>
            <a:r>
              <a:rPr lang="en-US" dirty="0"/>
              <a:t> in Pakistan.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District Council</a:t>
            </a:r>
          </a:p>
        </p:txBody>
      </p:sp>
      <p:sp>
        <p:nvSpPr>
          <p:cNvPr id="3" name="Content Placeholder 2"/>
          <p:cNvSpPr>
            <a:spLocks noGrp="1"/>
          </p:cNvSpPr>
          <p:nvPr>
            <p:ph idx="1"/>
          </p:nvPr>
        </p:nvSpPr>
        <p:spPr/>
        <p:txBody>
          <a:bodyPr/>
          <a:lstStyle/>
          <a:p>
            <a:endParaRPr lang="en-US"/>
          </a:p>
        </p:txBody>
      </p:sp>
      <p:sp>
        <p:nvSpPr>
          <p:cNvPr id="4" name="Rounded Rectangle 3"/>
          <p:cNvSpPr/>
          <p:nvPr/>
        </p:nvSpPr>
        <p:spPr>
          <a:xfrm>
            <a:off x="1903412" y="1752600"/>
            <a:ext cx="8077200" cy="4648200"/>
          </a:xfrm>
          <a:prstGeom prst="roundRect">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 third tier was the district council. It consisted of one chairman, official and non-official members. The number of members would not exceed 40. The chairmen of </a:t>
            </a:r>
            <a:r>
              <a:rPr lang="en-US" dirty="0" err="1"/>
              <a:t>thana</a:t>
            </a:r>
            <a:r>
              <a:rPr lang="en-US" dirty="0"/>
              <a:t> councils were its members, and other official members were drawn from district level officers of development departments and an equal number of non-official members. At least 50% the non-official members was drawn from amongst the chairmen of union councils and town committees. The district magistrate acted as chairman of the council while the vice-chairman was elected by the elected members of the council.</a:t>
            </a:r>
          </a:p>
          <a:p>
            <a:r>
              <a:rPr lang="en-US" dirty="0"/>
              <a:t>. There were 74 district councils in Pakistan. The district council was the most important tier in the basic democracy system. It was the successor </a:t>
            </a:r>
            <a:r>
              <a:rPr lang="en-US" dirty="0" err="1"/>
              <a:t>organisation</a:t>
            </a:r>
            <a:r>
              <a:rPr lang="en-US" dirty="0"/>
              <a:t> to the district board. So far as the composition of the council was concerned, it regressed beyond its 1885 position when 25% members were nominated.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Divisional Council</a:t>
            </a:r>
          </a:p>
        </p:txBody>
      </p:sp>
      <p:sp>
        <p:nvSpPr>
          <p:cNvPr id="3" name="Content Placeholder 2"/>
          <p:cNvSpPr>
            <a:spLocks noGrp="1"/>
          </p:cNvSpPr>
          <p:nvPr>
            <p:ph idx="1"/>
          </p:nvPr>
        </p:nvSpPr>
        <p:spPr/>
        <p:txBody>
          <a:bodyPr/>
          <a:lstStyle/>
          <a:p>
            <a:endParaRPr lang="en-US"/>
          </a:p>
        </p:txBody>
      </p:sp>
      <p:sp>
        <p:nvSpPr>
          <p:cNvPr id="4" name="Oval 3"/>
          <p:cNvSpPr/>
          <p:nvPr/>
        </p:nvSpPr>
        <p:spPr>
          <a:xfrm>
            <a:off x="912812" y="2362200"/>
            <a:ext cx="9448800" cy="388620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fourth and the apex tier was the divisional council. The Divisional Commissioner was the ex-officio chairman of the council. It had both official and non-official (representative) members. The maximum number of members was 45. Official members consisted of the chairmen of district councils of the concerned division and representatives of development departments. The total number of divisional councils was sixteen.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Electoral College</a:t>
            </a:r>
          </a:p>
        </p:txBody>
      </p:sp>
      <p:sp>
        <p:nvSpPr>
          <p:cNvPr id="3" name="Content Placeholder 2"/>
          <p:cNvSpPr>
            <a:spLocks noGrp="1"/>
          </p:cNvSpPr>
          <p:nvPr>
            <p:ph idx="1"/>
          </p:nvPr>
        </p:nvSpPr>
        <p:spPr>
          <a:xfrm>
            <a:off x="1522414" y="1905000"/>
            <a:ext cx="9905998" cy="4267200"/>
          </a:xfrm>
        </p:spPr>
        <p:txBody>
          <a:bodyPr/>
          <a:lstStyle/>
          <a:p>
            <a:r>
              <a:rPr lang="en-US" dirty="0"/>
              <a:t>40000 Units from each wing</a:t>
            </a:r>
          </a:p>
          <a:p>
            <a:r>
              <a:rPr lang="en-US" dirty="0"/>
              <a:t>1 unit =1270 Voters (East Pakistan), 1 unit=1072 Voters (West Pakistan)</a:t>
            </a:r>
          </a:p>
          <a:p>
            <a:r>
              <a:rPr lang="en-US" dirty="0"/>
              <a:t>1 member for 1 unit and they are called basic democracy member (BD Member)</a:t>
            </a:r>
          </a:p>
          <a:p>
            <a:r>
              <a:rPr lang="en-US" dirty="0"/>
              <a:t>People can only have the authority to elect BD member</a:t>
            </a:r>
          </a:p>
          <a:p>
            <a:r>
              <a:rPr lang="en-US" dirty="0"/>
              <a:t>They (BD Member) as electoral college are in charge to elect President, member of national assembly and provincial assembly</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Responsibilities and Duties of Basic Democracy Member</a:t>
            </a:r>
          </a:p>
        </p:txBody>
      </p:sp>
      <p:sp>
        <p:nvSpPr>
          <p:cNvPr id="3" name="Content Placeholder 2"/>
          <p:cNvSpPr>
            <a:spLocks noGrp="1"/>
          </p:cNvSpPr>
          <p:nvPr>
            <p:ph idx="1"/>
          </p:nvPr>
        </p:nvSpPr>
        <p:spPr>
          <a:xfrm>
            <a:off x="1522414" y="2286000"/>
            <a:ext cx="9144000" cy="3886200"/>
          </a:xfrm>
        </p:spPr>
        <p:txBody>
          <a:bodyPr/>
          <a:lstStyle/>
          <a:p>
            <a:r>
              <a:rPr lang="en-US" dirty="0"/>
              <a:t>1. To caste vote for President, Member of Provincial and National Assembly</a:t>
            </a:r>
          </a:p>
          <a:p>
            <a:r>
              <a:rPr lang="en-US" dirty="0"/>
              <a:t>2. To supervise the local works program</a:t>
            </a:r>
          </a:p>
          <a:p>
            <a:r>
              <a:rPr lang="en-US" dirty="0"/>
              <a:t>3. To facilitate the taxation process imposed by local and central government and to maintain the law and order situation and to help the government for the implementation of various projects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election of BD Members and Number of Elections Held Under Basic Democracy</a:t>
            </a:r>
          </a:p>
        </p:txBody>
      </p:sp>
      <p:sp>
        <p:nvSpPr>
          <p:cNvPr id="3" name="Content Placeholder 2"/>
          <p:cNvSpPr>
            <a:spLocks noGrp="1"/>
          </p:cNvSpPr>
          <p:nvPr>
            <p:ph idx="1"/>
          </p:nvPr>
        </p:nvSpPr>
        <p:spPr>
          <a:xfrm>
            <a:off x="1522414" y="1905000"/>
            <a:ext cx="10439398" cy="4267200"/>
          </a:xfrm>
        </p:spPr>
        <p:txBody>
          <a:bodyPr>
            <a:normAutofit/>
          </a:bodyPr>
          <a:lstStyle/>
          <a:p>
            <a:r>
              <a:rPr lang="en-US" dirty="0"/>
              <a:t>In </a:t>
            </a:r>
            <a:r>
              <a:rPr lang="en-US" dirty="0" err="1"/>
              <a:t>jan</a:t>
            </a:r>
            <a:r>
              <a:rPr lang="en-US" dirty="0"/>
              <a:t> 1960, with a general election around 80000 BD members were elected from the both wing</a:t>
            </a:r>
          </a:p>
          <a:p>
            <a:r>
              <a:rPr lang="en-US" dirty="0"/>
              <a:t>1. The Yes/No Vote of 1960- </a:t>
            </a:r>
          </a:p>
          <a:p>
            <a:pPr>
              <a:buFont typeface="Wingdings" pitchFamily="2" charset="2"/>
              <a:buChar char="Ø"/>
            </a:pPr>
            <a:r>
              <a:rPr lang="en-US" dirty="0"/>
              <a:t>1960, 14 </a:t>
            </a:r>
            <a:r>
              <a:rPr lang="en-US" dirty="0" err="1"/>
              <a:t>feb</a:t>
            </a:r>
            <a:endParaRPr lang="en-US" dirty="0"/>
          </a:p>
          <a:p>
            <a:pPr>
              <a:buFont typeface="Wingdings" pitchFamily="2" charset="2"/>
              <a:buChar char="Ø"/>
            </a:pPr>
            <a:r>
              <a:rPr lang="en-US" dirty="0"/>
              <a:t>No contestant except </a:t>
            </a:r>
            <a:r>
              <a:rPr lang="en-US" dirty="0" err="1"/>
              <a:t>Ayub</a:t>
            </a:r>
            <a:r>
              <a:rPr lang="en-US" dirty="0"/>
              <a:t> Khan</a:t>
            </a:r>
          </a:p>
          <a:p>
            <a:pPr>
              <a:buFont typeface="Wingdings" pitchFamily="2" charset="2"/>
              <a:buChar char="Ø"/>
            </a:pPr>
            <a:r>
              <a:rPr lang="en-US" dirty="0"/>
              <a:t>Only Two Boxes-Yes or No</a:t>
            </a:r>
          </a:p>
          <a:p>
            <a:pPr>
              <a:buFont typeface="Wingdings" pitchFamily="2" charset="2"/>
              <a:buChar char="Ø"/>
            </a:pPr>
            <a:r>
              <a:rPr lang="en-US" dirty="0"/>
              <a:t>75283 (95.6%) </a:t>
            </a:r>
          </a:p>
          <a:p>
            <a:pPr>
              <a:buFont typeface="Wingdings" pitchFamily="2" charset="2"/>
              <a:buChar char="Ø"/>
            </a:pPr>
            <a:r>
              <a:rPr lang="en-US" dirty="0" err="1"/>
              <a:t>Ayub</a:t>
            </a:r>
            <a:r>
              <a:rPr lang="en-US" dirty="0"/>
              <a:t> Khan elected as the President for 5 years term and take oath on 17 </a:t>
            </a:r>
            <a:r>
              <a:rPr lang="en-US" dirty="0" err="1"/>
              <a:t>feb</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2. The Central and Provincial Election of 1962</a:t>
            </a:r>
          </a:p>
          <a:p>
            <a:pPr>
              <a:buFont typeface="Wingdings" pitchFamily="2" charset="2"/>
              <a:buChar char="Ø"/>
            </a:pPr>
            <a:r>
              <a:rPr lang="en-US" dirty="0"/>
              <a:t>1962, 28</a:t>
            </a:r>
            <a:r>
              <a:rPr lang="en-US" baseline="30000" dirty="0"/>
              <a:t>th</a:t>
            </a:r>
            <a:r>
              <a:rPr lang="en-US" dirty="0"/>
              <a:t> April- National Assembly</a:t>
            </a:r>
          </a:p>
          <a:p>
            <a:pPr>
              <a:buFont typeface="Wingdings" pitchFamily="2" charset="2"/>
              <a:buChar char="Ø"/>
            </a:pPr>
            <a:r>
              <a:rPr lang="en-US" dirty="0"/>
              <a:t>1962, 6</a:t>
            </a:r>
            <a:r>
              <a:rPr lang="en-US" baseline="30000" dirty="0"/>
              <a:t>th</a:t>
            </a:r>
            <a:r>
              <a:rPr lang="en-US" dirty="0"/>
              <a:t> May- Provincial Assembly</a:t>
            </a:r>
          </a:p>
          <a:p>
            <a:pPr>
              <a:buFont typeface="Wingdings" pitchFamily="2" charset="2"/>
              <a:buChar char="Ø"/>
            </a:pPr>
            <a:r>
              <a:rPr lang="en-US" dirty="0" err="1"/>
              <a:t>Awami</a:t>
            </a:r>
            <a:r>
              <a:rPr lang="en-US" dirty="0"/>
              <a:t> League and Nap boycotted and Only ML participated</a:t>
            </a:r>
          </a:p>
          <a:p>
            <a:pPr>
              <a:buNone/>
            </a:pPr>
            <a:r>
              <a:rPr lang="en-US" dirty="0"/>
              <a:t>3. The President Election of 1965</a:t>
            </a:r>
          </a:p>
          <a:p>
            <a:pPr>
              <a:buFont typeface="Wingdings" pitchFamily="2" charset="2"/>
              <a:buChar char="Ø"/>
            </a:pPr>
            <a:r>
              <a:rPr lang="en-US" dirty="0"/>
              <a:t>COP-</a:t>
            </a:r>
            <a:r>
              <a:rPr lang="en-US" dirty="0" err="1"/>
              <a:t>Fatema</a:t>
            </a:r>
            <a:r>
              <a:rPr lang="en-US" dirty="0"/>
              <a:t> Jinnah</a:t>
            </a:r>
          </a:p>
          <a:p>
            <a:pPr>
              <a:buFont typeface="Wingdings" pitchFamily="2" charset="2"/>
              <a:buChar char="Ø"/>
            </a:pPr>
            <a:r>
              <a:rPr lang="en-US" dirty="0" err="1"/>
              <a:t>Ayub</a:t>
            </a:r>
            <a:r>
              <a:rPr lang="en-US" dirty="0"/>
              <a:t> Khan get elected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Decisions taken by BD</a:t>
            </a:r>
          </a:p>
        </p:txBody>
      </p:sp>
      <p:sp>
        <p:nvSpPr>
          <p:cNvPr id="3" name="Content Placeholder 2"/>
          <p:cNvSpPr>
            <a:spLocks noGrp="1"/>
          </p:cNvSpPr>
          <p:nvPr>
            <p:ph idx="1"/>
          </p:nvPr>
        </p:nvSpPr>
        <p:spPr>
          <a:xfrm>
            <a:off x="1522414" y="2667000"/>
            <a:ext cx="9144000" cy="3505200"/>
          </a:xfrm>
        </p:spPr>
        <p:txBody>
          <a:bodyPr/>
          <a:lstStyle/>
          <a:p>
            <a:pPr>
              <a:buNone/>
            </a:pPr>
            <a:r>
              <a:rPr lang="en-US" dirty="0"/>
              <a:t>1. PODO and EBDO</a:t>
            </a:r>
          </a:p>
          <a:p>
            <a:pPr>
              <a:buFont typeface="Wingdings" pitchFamily="2" charset="2"/>
              <a:buChar char="Ø"/>
            </a:pPr>
            <a:r>
              <a:rPr lang="en-US" dirty="0"/>
              <a:t>877 politicians-</a:t>
            </a:r>
            <a:r>
              <a:rPr lang="en-US" dirty="0" err="1"/>
              <a:t>Shaheed</a:t>
            </a:r>
            <a:r>
              <a:rPr lang="en-US" dirty="0"/>
              <a:t> </a:t>
            </a:r>
            <a:r>
              <a:rPr lang="en-US" dirty="0" err="1"/>
              <a:t>Suhrawardy</a:t>
            </a:r>
            <a:r>
              <a:rPr lang="en-US" dirty="0"/>
              <a:t>, Khan Abdul Gaffer Khan</a:t>
            </a:r>
          </a:p>
          <a:p>
            <a:pPr>
              <a:buNone/>
            </a:pPr>
            <a:r>
              <a:rPr lang="en-US" dirty="0"/>
              <a:t>2. Imprisonment and Harassment</a:t>
            </a:r>
          </a:p>
          <a:p>
            <a:pPr>
              <a:buNone/>
            </a:pPr>
            <a:r>
              <a:rPr lang="en-US" dirty="0"/>
              <a:t>3. 1962 Constitution and Autocracy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of Basic Democracy</a:t>
            </a:r>
          </a:p>
        </p:txBody>
      </p:sp>
      <p:sp>
        <p:nvSpPr>
          <p:cNvPr id="3" name="Content Placeholder 2"/>
          <p:cNvSpPr>
            <a:spLocks noGrp="1"/>
          </p:cNvSpPr>
          <p:nvPr>
            <p:ph idx="1"/>
          </p:nvPr>
        </p:nvSpPr>
        <p:spPr/>
        <p:txBody>
          <a:bodyPr/>
          <a:lstStyle/>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f583bd66513a361a730282b6a794e352">
  <xsd:schema xmlns:xsd="http://www.w3.org/2001/XMLSchema" xmlns:xs="http://www.w3.org/2001/XMLSchema" xmlns:p="http://schemas.microsoft.com/office/2006/metadata/properties" targetNamespace="http://schemas.microsoft.com/office/2006/metadata/properties" ma:root="true" ma:fieldsID="6841151cf538834e171094e4faaf2d7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85DBF61-A50A-4EA0-945F-5445B1740AA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441CC889-B55A-4246-8D72-AEC912BCD209}">
  <ds:schemaRefs>
    <ds:schemaRef ds:uri="http://schemas.microsoft.com/sharepoint/v3/contenttype/forms"/>
  </ds:schemaRefs>
</ds:datastoreItem>
</file>

<file path=customXml/itemProps3.xml><?xml version="1.0" encoding="utf-8"?>
<ds:datastoreItem xmlns:ds="http://schemas.openxmlformats.org/officeDocument/2006/customXml" ds:itemID="{08F4CB80-51E5-47C8-B45D-3834AA25DD5F}">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455</TotalTime>
  <Words>1733</Words>
  <Application>Microsoft Office PowerPoint</Application>
  <PresentationFormat>Custom</PresentationFormat>
  <Paragraphs>121</Paragraphs>
  <Slides>26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Consolas</vt:lpstr>
      <vt:lpstr>Corbel</vt:lpstr>
      <vt:lpstr>Wingdings</vt:lpstr>
      <vt:lpstr>Chalkboard 16x9</vt:lpstr>
      <vt:lpstr>The Military Rule of 1958 and The Basic Democracy of Ayub Khan</vt:lpstr>
      <vt:lpstr>Guess! Who is he?</vt:lpstr>
      <vt:lpstr>Why Military Took over the Power?</vt:lpstr>
      <vt:lpstr>Why Military Took over the Power? (Con.)</vt:lpstr>
      <vt:lpstr>Why Military Took over the Power? (Con.)</vt:lpstr>
      <vt:lpstr>Why Military Took over the Power? (Con.)</vt:lpstr>
      <vt:lpstr>Proclamation of Military Rule</vt:lpstr>
      <vt:lpstr>Methods</vt:lpstr>
      <vt:lpstr>PowerPoint Presentation</vt:lpstr>
      <vt:lpstr>Deposing of Mirza</vt:lpstr>
      <vt:lpstr>Consolidation </vt:lpstr>
      <vt:lpstr>The Basic Democracy of Ayub Khan</vt:lpstr>
      <vt:lpstr>Aims and Objectives</vt:lpstr>
      <vt:lpstr>Basic Democracy </vt:lpstr>
      <vt:lpstr>Tier</vt:lpstr>
      <vt:lpstr>PowerPoint Presentation</vt:lpstr>
      <vt:lpstr>Union Council</vt:lpstr>
      <vt:lpstr>Thana/Tehsil Council</vt:lpstr>
      <vt:lpstr>District Council</vt:lpstr>
      <vt:lpstr>Divisional Council</vt:lpstr>
      <vt:lpstr>Electoral College</vt:lpstr>
      <vt:lpstr>Responsibilities and Duties of Basic Democracy Member</vt:lpstr>
      <vt:lpstr>The election of BD Members and Number of Elections Held Under Basic Democracy</vt:lpstr>
      <vt:lpstr>PowerPoint Presentation</vt:lpstr>
      <vt:lpstr>Decisions taken by BD</vt:lpstr>
      <vt:lpstr>Output of Basic Democracy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Summer</dc:creator>
  <cp:lastModifiedBy>Lenovo</cp:lastModifiedBy>
  <cp:revision>44</cp:revision>
  <dcterms:created xsi:type="dcterms:W3CDTF">2013-04-05T19:59:21Z</dcterms:created>
  <dcterms:modified xsi:type="dcterms:W3CDTF">2025-07-06T17:12:55Z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sMyDocuments">
    <vt:bool>true</vt:bool>
  </property>
</Properties>
</file>