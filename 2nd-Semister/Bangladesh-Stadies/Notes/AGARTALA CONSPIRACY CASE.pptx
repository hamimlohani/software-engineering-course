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72" r:id="rId15"/>
    <p:sldId id="273" r:id="rId16"/>
    <p:sldId id="274" r:id="rId17"/>
    <p:sldId id="275" r:id="rId18"/>
    <p:sldId id="268" r:id="rId19"/>
    <p:sldId id="271" r:id="rId20"/>
    <p:sldId id="26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85" d="100"/>
          <a:sy n="85" d="100"/>
        </p:scale>
        <p:origin x="1891"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diagrams/_rels/data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diagrams/_rels/drawing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0EA525-F7B8-4CD5-984B-214EDA398EBC}" type="doc">
      <dgm:prSet loTypeId="urn:microsoft.com/office/officeart/2008/layout/AlternatingPictureBlocks" loCatId="list" qsTypeId="urn:microsoft.com/office/officeart/2005/8/quickstyle/simple1" qsCatId="simple" csTypeId="urn:microsoft.com/office/officeart/2005/8/colors/accent1_2" csCatId="accent1" phldr="1"/>
      <dgm:spPr/>
    </dgm:pt>
    <dgm:pt modelId="{5BBEE633-5AAA-4D35-84E7-1ED0D249151A}">
      <dgm:prSet phldrT="[Text]"/>
      <dgm:spPr/>
      <dgm:t>
        <a:bodyPr/>
        <a:lstStyle/>
        <a:p>
          <a:r>
            <a:rPr lang="en-US" dirty="0"/>
            <a:t>7</a:t>
          </a:r>
          <a:r>
            <a:rPr lang="en-US" baseline="30000" dirty="0"/>
            <a:t>th</a:t>
          </a:r>
          <a:r>
            <a:rPr lang="en-US" dirty="0"/>
            <a:t> June </a:t>
          </a:r>
          <a:r>
            <a:rPr lang="en-US" dirty="0" err="1"/>
            <a:t>Hartal</a:t>
          </a:r>
          <a:r>
            <a:rPr lang="en-US" dirty="0"/>
            <a:t>- Mass Procession and Gatherings</a:t>
          </a:r>
        </a:p>
      </dgm:t>
    </dgm:pt>
    <dgm:pt modelId="{603180FC-F632-4E0D-BBA6-B5108AD3E25D}" type="parTrans" cxnId="{8DFB51F8-3BA1-4119-A32A-3EC541633E41}">
      <dgm:prSet/>
      <dgm:spPr/>
      <dgm:t>
        <a:bodyPr/>
        <a:lstStyle/>
        <a:p>
          <a:endParaRPr lang="en-US"/>
        </a:p>
      </dgm:t>
    </dgm:pt>
    <dgm:pt modelId="{42EDB025-291A-40FE-81D7-9C7D68234105}" type="sibTrans" cxnId="{8DFB51F8-3BA1-4119-A32A-3EC541633E41}">
      <dgm:prSet/>
      <dgm:spPr/>
      <dgm:t>
        <a:bodyPr/>
        <a:lstStyle/>
        <a:p>
          <a:endParaRPr lang="en-US"/>
        </a:p>
      </dgm:t>
    </dgm:pt>
    <dgm:pt modelId="{17790CDA-CDDB-4938-BA50-759306957D0D}">
      <dgm:prSet phldrT="[Text]"/>
      <dgm:spPr/>
      <dgm:t>
        <a:bodyPr/>
        <a:lstStyle/>
        <a:p>
          <a:r>
            <a:rPr lang="en-US" dirty="0" err="1"/>
            <a:t>Ayub</a:t>
          </a:r>
          <a:r>
            <a:rPr lang="en-US" dirty="0"/>
            <a:t> Khan’s Action- several killings and numerous were wounded</a:t>
          </a:r>
        </a:p>
      </dgm:t>
    </dgm:pt>
    <dgm:pt modelId="{8FC6C780-9EB7-430C-80F9-AC062B12C63F}" type="parTrans" cxnId="{B79B3B75-D893-4990-BAC1-7B870389FEE4}">
      <dgm:prSet/>
      <dgm:spPr/>
      <dgm:t>
        <a:bodyPr/>
        <a:lstStyle/>
        <a:p>
          <a:endParaRPr lang="en-US"/>
        </a:p>
      </dgm:t>
    </dgm:pt>
    <dgm:pt modelId="{7D0791D0-9C68-4805-9CF0-DE211E7E5DAA}" type="sibTrans" cxnId="{B79B3B75-D893-4990-BAC1-7B870389FEE4}">
      <dgm:prSet/>
      <dgm:spPr/>
      <dgm:t>
        <a:bodyPr/>
        <a:lstStyle/>
        <a:p>
          <a:endParaRPr lang="en-US"/>
        </a:p>
      </dgm:t>
    </dgm:pt>
    <dgm:pt modelId="{563F01E9-A2E1-4F3B-ADDE-8F7DA463276B}">
      <dgm:prSet phldrT="[Text]"/>
      <dgm:spPr/>
      <dgm:t>
        <a:bodyPr/>
        <a:lstStyle/>
        <a:p>
          <a:r>
            <a:rPr lang="en-US" dirty="0" err="1"/>
            <a:t>Tafazzel</a:t>
          </a:r>
          <a:r>
            <a:rPr lang="en-US" dirty="0"/>
            <a:t> </a:t>
          </a:r>
          <a:r>
            <a:rPr lang="en-US" dirty="0" err="1"/>
            <a:t>Hossain</a:t>
          </a:r>
          <a:r>
            <a:rPr lang="en-US" dirty="0"/>
            <a:t> </a:t>
          </a:r>
          <a:r>
            <a:rPr lang="en-US" dirty="0" err="1"/>
            <a:t>Manik</a:t>
          </a:r>
          <a:r>
            <a:rPr lang="en-US" dirty="0"/>
            <a:t> </a:t>
          </a:r>
          <a:r>
            <a:rPr lang="en-US" dirty="0" err="1"/>
            <a:t>Mian</a:t>
          </a:r>
          <a:r>
            <a:rPr lang="en-US" dirty="0"/>
            <a:t> was arrested , 3 papers were banned, </a:t>
          </a:r>
          <a:r>
            <a:rPr lang="en-US" dirty="0" err="1"/>
            <a:t>pahela</a:t>
          </a:r>
          <a:r>
            <a:rPr lang="en-US" dirty="0"/>
            <a:t> </a:t>
          </a:r>
          <a:r>
            <a:rPr lang="en-US" dirty="0" err="1"/>
            <a:t>baishakh</a:t>
          </a:r>
          <a:r>
            <a:rPr lang="en-US" dirty="0"/>
            <a:t>, </a:t>
          </a:r>
          <a:r>
            <a:rPr lang="en-US" dirty="0" err="1"/>
            <a:t>rabindra</a:t>
          </a:r>
          <a:r>
            <a:rPr lang="en-US" dirty="0"/>
            <a:t> </a:t>
          </a:r>
          <a:r>
            <a:rPr lang="en-US" dirty="0" err="1"/>
            <a:t>Sangeet</a:t>
          </a:r>
          <a:r>
            <a:rPr lang="en-US" dirty="0"/>
            <a:t> and </a:t>
          </a:r>
          <a:r>
            <a:rPr lang="en-US" dirty="0" err="1"/>
            <a:t>Bengalli</a:t>
          </a:r>
          <a:r>
            <a:rPr lang="en-US" dirty="0"/>
            <a:t> in Arabic script</a:t>
          </a:r>
        </a:p>
      </dgm:t>
    </dgm:pt>
    <dgm:pt modelId="{F1CE18E3-6133-4FA3-A3E3-4C31294FD3D4}" type="parTrans" cxnId="{F4903CC2-584F-4929-8C01-3B0DA62239B7}">
      <dgm:prSet/>
      <dgm:spPr/>
      <dgm:t>
        <a:bodyPr/>
        <a:lstStyle/>
        <a:p>
          <a:endParaRPr lang="en-US"/>
        </a:p>
      </dgm:t>
    </dgm:pt>
    <dgm:pt modelId="{A1E4AC0E-38AC-47BD-B68D-5F0A690EE9D5}" type="sibTrans" cxnId="{F4903CC2-584F-4929-8C01-3B0DA62239B7}">
      <dgm:prSet/>
      <dgm:spPr/>
      <dgm:t>
        <a:bodyPr/>
        <a:lstStyle/>
        <a:p>
          <a:endParaRPr lang="en-US"/>
        </a:p>
      </dgm:t>
    </dgm:pt>
    <dgm:pt modelId="{30B6E058-E94D-40CC-AB07-07A0431602F0}" type="pres">
      <dgm:prSet presAssocID="{E20EA525-F7B8-4CD5-984B-214EDA398EBC}" presName="linearFlow" presStyleCnt="0">
        <dgm:presLayoutVars>
          <dgm:dir/>
          <dgm:resizeHandles val="exact"/>
        </dgm:presLayoutVars>
      </dgm:prSet>
      <dgm:spPr/>
    </dgm:pt>
    <dgm:pt modelId="{0E3F7A7E-91D8-4A49-B132-E1C20B7EEA95}" type="pres">
      <dgm:prSet presAssocID="{5BBEE633-5AAA-4D35-84E7-1ED0D249151A}" presName="comp" presStyleCnt="0"/>
      <dgm:spPr/>
    </dgm:pt>
    <dgm:pt modelId="{C4710AEA-51C7-4659-BD46-E1A86E7D90D2}" type="pres">
      <dgm:prSet presAssocID="{5BBEE633-5AAA-4D35-84E7-1ED0D249151A}" presName="rect2" presStyleLbl="node1" presStyleIdx="0" presStyleCnt="3">
        <dgm:presLayoutVars>
          <dgm:bulletEnabled val="1"/>
        </dgm:presLayoutVars>
      </dgm:prSet>
      <dgm:spPr/>
    </dgm:pt>
    <dgm:pt modelId="{80C92E84-A323-4A57-A2FF-4F48062D8779}" type="pres">
      <dgm:prSet presAssocID="{5BBEE633-5AAA-4D35-84E7-1ED0D249151A}" presName="rect1" presStyleLbl="ln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23000" b="-23000"/>
          </a:stretch>
        </a:blipFill>
      </dgm:spPr>
    </dgm:pt>
    <dgm:pt modelId="{61B39CF7-F095-479C-9375-14726C20C824}" type="pres">
      <dgm:prSet presAssocID="{42EDB025-291A-40FE-81D7-9C7D68234105}" presName="sibTrans" presStyleCnt="0"/>
      <dgm:spPr/>
    </dgm:pt>
    <dgm:pt modelId="{B8F996B5-43E7-47F8-8364-FC8049B3BD1A}" type="pres">
      <dgm:prSet presAssocID="{17790CDA-CDDB-4938-BA50-759306957D0D}" presName="comp" presStyleCnt="0"/>
      <dgm:spPr/>
    </dgm:pt>
    <dgm:pt modelId="{834D774B-3292-431E-97EB-C56A7D50CFD3}" type="pres">
      <dgm:prSet presAssocID="{17790CDA-CDDB-4938-BA50-759306957D0D}" presName="rect2" presStyleLbl="node1" presStyleIdx="1" presStyleCnt="3">
        <dgm:presLayoutVars>
          <dgm:bulletEnabled val="1"/>
        </dgm:presLayoutVars>
      </dgm:prSet>
      <dgm:spPr/>
    </dgm:pt>
    <dgm:pt modelId="{8A9B5665-983D-414A-8517-3B55014610E8}" type="pres">
      <dgm:prSet presAssocID="{17790CDA-CDDB-4938-BA50-759306957D0D}" presName="rect1" presStyleLbl="ln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24000" b="-24000"/>
          </a:stretch>
        </a:blipFill>
      </dgm:spPr>
    </dgm:pt>
    <dgm:pt modelId="{0C50AEA1-F493-4246-B8FD-C73F4E731E05}" type="pres">
      <dgm:prSet presAssocID="{7D0791D0-9C68-4805-9CF0-DE211E7E5DAA}" presName="sibTrans" presStyleCnt="0"/>
      <dgm:spPr/>
    </dgm:pt>
    <dgm:pt modelId="{A20C9D31-E8F2-4BF3-A06D-A166B7ACA794}" type="pres">
      <dgm:prSet presAssocID="{563F01E9-A2E1-4F3B-ADDE-8F7DA463276B}" presName="comp" presStyleCnt="0"/>
      <dgm:spPr/>
    </dgm:pt>
    <dgm:pt modelId="{CF7685C0-F278-4669-9EAD-621843BCD439}" type="pres">
      <dgm:prSet presAssocID="{563F01E9-A2E1-4F3B-ADDE-8F7DA463276B}" presName="rect2" presStyleLbl="node1" presStyleIdx="2" presStyleCnt="3">
        <dgm:presLayoutVars>
          <dgm:bulletEnabled val="1"/>
        </dgm:presLayoutVars>
      </dgm:prSet>
      <dgm:spPr/>
    </dgm:pt>
    <dgm:pt modelId="{3AB7AB5C-73D8-476A-894B-B819F1AD2382}" type="pres">
      <dgm:prSet presAssocID="{563F01E9-A2E1-4F3B-ADDE-8F7DA463276B}" presName="rect1" presStyleLbl="lnNode1" presStyleIdx="2"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23000" b="-23000"/>
          </a:stretch>
        </a:blipFill>
      </dgm:spPr>
    </dgm:pt>
  </dgm:ptLst>
  <dgm:cxnLst>
    <dgm:cxn modelId="{512ACD3E-9182-468B-BEC1-31E527BD2DDA}" type="presOf" srcId="{5BBEE633-5AAA-4D35-84E7-1ED0D249151A}" destId="{C4710AEA-51C7-4659-BD46-E1A86E7D90D2}" srcOrd="0" destOrd="0" presId="urn:microsoft.com/office/officeart/2008/layout/AlternatingPictureBlocks"/>
    <dgm:cxn modelId="{90035B71-42ED-4D6B-969A-2632B6C90712}" type="presOf" srcId="{E20EA525-F7B8-4CD5-984B-214EDA398EBC}" destId="{30B6E058-E94D-40CC-AB07-07A0431602F0}" srcOrd="0" destOrd="0" presId="urn:microsoft.com/office/officeart/2008/layout/AlternatingPictureBlocks"/>
    <dgm:cxn modelId="{B79B3B75-D893-4990-BAC1-7B870389FEE4}" srcId="{E20EA525-F7B8-4CD5-984B-214EDA398EBC}" destId="{17790CDA-CDDB-4938-BA50-759306957D0D}" srcOrd="1" destOrd="0" parTransId="{8FC6C780-9EB7-430C-80F9-AC062B12C63F}" sibTransId="{7D0791D0-9C68-4805-9CF0-DE211E7E5DAA}"/>
    <dgm:cxn modelId="{F4903CC2-584F-4929-8C01-3B0DA62239B7}" srcId="{E20EA525-F7B8-4CD5-984B-214EDA398EBC}" destId="{563F01E9-A2E1-4F3B-ADDE-8F7DA463276B}" srcOrd="2" destOrd="0" parTransId="{F1CE18E3-6133-4FA3-A3E3-4C31294FD3D4}" sibTransId="{A1E4AC0E-38AC-47BD-B68D-5F0A690EE9D5}"/>
    <dgm:cxn modelId="{91831FC4-0C8E-404F-BE7D-5CA3F2330532}" type="presOf" srcId="{563F01E9-A2E1-4F3B-ADDE-8F7DA463276B}" destId="{CF7685C0-F278-4669-9EAD-621843BCD439}" srcOrd="0" destOrd="0" presId="urn:microsoft.com/office/officeart/2008/layout/AlternatingPictureBlocks"/>
    <dgm:cxn modelId="{2C9584E8-4FAE-409C-954B-17EE2DB7F373}" type="presOf" srcId="{17790CDA-CDDB-4938-BA50-759306957D0D}" destId="{834D774B-3292-431E-97EB-C56A7D50CFD3}" srcOrd="0" destOrd="0" presId="urn:microsoft.com/office/officeart/2008/layout/AlternatingPictureBlocks"/>
    <dgm:cxn modelId="{8DFB51F8-3BA1-4119-A32A-3EC541633E41}" srcId="{E20EA525-F7B8-4CD5-984B-214EDA398EBC}" destId="{5BBEE633-5AAA-4D35-84E7-1ED0D249151A}" srcOrd="0" destOrd="0" parTransId="{603180FC-F632-4E0D-BBA6-B5108AD3E25D}" sibTransId="{42EDB025-291A-40FE-81D7-9C7D68234105}"/>
    <dgm:cxn modelId="{CFC2377E-A9D0-44B5-884E-C0CE599F253F}" type="presParOf" srcId="{30B6E058-E94D-40CC-AB07-07A0431602F0}" destId="{0E3F7A7E-91D8-4A49-B132-E1C20B7EEA95}" srcOrd="0" destOrd="0" presId="urn:microsoft.com/office/officeart/2008/layout/AlternatingPictureBlocks"/>
    <dgm:cxn modelId="{84383444-1287-4A9A-BF8E-4CB233064CF8}" type="presParOf" srcId="{0E3F7A7E-91D8-4A49-B132-E1C20B7EEA95}" destId="{C4710AEA-51C7-4659-BD46-E1A86E7D90D2}" srcOrd="0" destOrd="0" presId="urn:microsoft.com/office/officeart/2008/layout/AlternatingPictureBlocks"/>
    <dgm:cxn modelId="{44E4D702-D52E-4290-A719-18E0848A31C5}" type="presParOf" srcId="{0E3F7A7E-91D8-4A49-B132-E1C20B7EEA95}" destId="{80C92E84-A323-4A57-A2FF-4F48062D8779}" srcOrd="1" destOrd="0" presId="urn:microsoft.com/office/officeart/2008/layout/AlternatingPictureBlocks"/>
    <dgm:cxn modelId="{4711A4D4-F0E3-435A-B959-395C47B6C83E}" type="presParOf" srcId="{30B6E058-E94D-40CC-AB07-07A0431602F0}" destId="{61B39CF7-F095-479C-9375-14726C20C824}" srcOrd="1" destOrd="0" presId="urn:microsoft.com/office/officeart/2008/layout/AlternatingPictureBlocks"/>
    <dgm:cxn modelId="{21E76C6A-5CDA-4DA9-9016-5A76996D6B18}" type="presParOf" srcId="{30B6E058-E94D-40CC-AB07-07A0431602F0}" destId="{B8F996B5-43E7-47F8-8364-FC8049B3BD1A}" srcOrd="2" destOrd="0" presId="urn:microsoft.com/office/officeart/2008/layout/AlternatingPictureBlocks"/>
    <dgm:cxn modelId="{697E6AB1-27EF-435B-AA01-9834403112EC}" type="presParOf" srcId="{B8F996B5-43E7-47F8-8364-FC8049B3BD1A}" destId="{834D774B-3292-431E-97EB-C56A7D50CFD3}" srcOrd="0" destOrd="0" presId="urn:microsoft.com/office/officeart/2008/layout/AlternatingPictureBlocks"/>
    <dgm:cxn modelId="{C1D90A64-373E-4AC2-A8A4-E13C2733AFA9}" type="presParOf" srcId="{B8F996B5-43E7-47F8-8364-FC8049B3BD1A}" destId="{8A9B5665-983D-414A-8517-3B55014610E8}" srcOrd="1" destOrd="0" presId="urn:microsoft.com/office/officeart/2008/layout/AlternatingPictureBlocks"/>
    <dgm:cxn modelId="{3BBCB86A-2F27-4F65-82BF-6ACBE047C946}" type="presParOf" srcId="{30B6E058-E94D-40CC-AB07-07A0431602F0}" destId="{0C50AEA1-F493-4246-B8FD-C73F4E731E05}" srcOrd="3" destOrd="0" presId="urn:microsoft.com/office/officeart/2008/layout/AlternatingPictureBlocks"/>
    <dgm:cxn modelId="{F374B492-B0C2-40C3-9869-449B2AF41E9A}" type="presParOf" srcId="{30B6E058-E94D-40CC-AB07-07A0431602F0}" destId="{A20C9D31-E8F2-4BF3-A06D-A166B7ACA794}" srcOrd="4" destOrd="0" presId="urn:microsoft.com/office/officeart/2008/layout/AlternatingPictureBlocks"/>
    <dgm:cxn modelId="{A532A7A3-9035-4605-8C48-C7800355B1CF}" type="presParOf" srcId="{A20C9D31-E8F2-4BF3-A06D-A166B7ACA794}" destId="{CF7685C0-F278-4669-9EAD-621843BCD439}" srcOrd="0" destOrd="0" presId="urn:microsoft.com/office/officeart/2008/layout/AlternatingPictureBlocks"/>
    <dgm:cxn modelId="{B3601F30-4DC1-4C6B-8791-08055060EF52}" type="presParOf" srcId="{A20C9D31-E8F2-4BF3-A06D-A166B7ACA794}" destId="{3AB7AB5C-73D8-476A-894B-B819F1AD2382}" srcOrd="1" destOrd="0" presId="urn:microsoft.com/office/officeart/2008/layout/AlternatingPictureBlock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430D5-ECBA-4D21-B3E5-3FA2FE2CA996}" type="doc">
      <dgm:prSet loTypeId="urn:microsoft.com/office/officeart/2009/3/layout/StepUpProcess" loCatId="process" qsTypeId="urn:microsoft.com/office/officeart/2005/8/quickstyle/simple1" qsCatId="simple" csTypeId="urn:microsoft.com/office/officeart/2005/8/colors/colorful2" csCatId="colorful" phldr="1"/>
      <dgm:spPr/>
      <dgm:t>
        <a:bodyPr/>
        <a:lstStyle/>
        <a:p>
          <a:endParaRPr lang="en-US"/>
        </a:p>
      </dgm:t>
    </dgm:pt>
    <dgm:pt modelId="{96FFA492-CBFC-4586-B91D-1472D97A6A96}">
      <dgm:prSet phldrT="[Text]"/>
      <dgm:spPr/>
      <dgm:t>
        <a:bodyPr/>
        <a:lstStyle/>
        <a:p>
          <a:r>
            <a:rPr lang="en-US" dirty="0"/>
            <a:t>As a response all members were walked out, media protested severely, students and people get united and countrywide strike was observed</a:t>
          </a:r>
        </a:p>
      </dgm:t>
    </dgm:pt>
    <dgm:pt modelId="{E7450728-9245-4E6A-ACE7-F516AE8E611F}" type="parTrans" cxnId="{5BD0EECA-9D40-4F94-8800-35F3DF8CDD34}">
      <dgm:prSet/>
      <dgm:spPr/>
      <dgm:t>
        <a:bodyPr/>
        <a:lstStyle/>
        <a:p>
          <a:endParaRPr lang="en-US"/>
        </a:p>
      </dgm:t>
    </dgm:pt>
    <dgm:pt modelId="{94CB7AC9-2ADD-47CB-936D-066683792E48}" type="sibTrans" cxnId="{5BD0EECA-9D40-4F94-8800-35F3DF8CDD34}">
      <dgm:prSet/>
      <dgm:spPr/>
      <dgm:t>
        <a:bodyPr/>
        <a:lstStyle/>
        <a:p>
          <a:endParaRPr lang="en-US"/>
        </a:p>
      </dgm:t>
    </dgm:pt>
    <dgm:pt modelId="{69FF5436-0B92-4082-92DE-88988C2F3F7A}">
      <dgm:prSet phldrT="[Text]"/>
      <dgm:spPr/>
      <dgm:t>
        <a:bodyPr/>
        <a:lstStyle/>
        <a:p>
          <a:r>
            <a:rPr lang="en-US" dirty="0"/>
            <a:t>A massive all round protest started in all sphere of East Pakistan</a:t>
          </a:r>
        </a:p>
      </dgm:t>
    </dgm:pt>
    <dgm:pt modelId="{5B62570D-80AD-4601-92F1-EC7959CE8CAF}" type="parTrans" cxnId="{28E91160-B83F-4D02-83E3-FAF557BAF092}">
      <dgm:prSet/>
      <dgm:spPr/>
      <dgm:t>
        <a:bodyPr/>
        <a:lstStyle/>
        <a:p>
          <a:endParaRPr lang="en-US"/>
        </a:p>
      </dgm:t>
    </dgm:pt>
    <dgm:pt modelId="{34FE6A4C-7B6C-441D-B70C-502B9B326CA4}" type="sibTrans" cxnId="{28E91160-B83F-4D02-83E3-FAF557BAF092}">
      <dgm:prSet/>
      <dgm:spPr/>
      <dgm:t>
        <a:bodyPr/>
        <a:lstStyle/>
        <a:p>
          <a:endParaRPr lang="en-US"/>
        </a:p>
      </dgm:t>
    </dgm:pt>
    <dgm:pt modelId="{B881EE7F-F954-45EF-A350-C044237DF3EA}">
      <dgm:prSet phldrT="[Text]"/>
      <dgm:spPr/>
      <dgm:t>
        <a:bodyPr/>
        <a:lstStyle/>
        <a:p>
          <a:r>
            <a:rPr lang="en-US" dirty="0"/>
            <a:t>To suppress this movement </a:t>
          </a:r>
          <a:r>
            <a:rPr lang="en-US" dirty="0" err="1"/>
            <a:t>Ayub</a:t>
          </a:r>
          <a:r>
            <a:rPr lang="en-US" dirty="0"/>
            <a:t> khan was searching tricks- And it was </a:t>
          </a:r>
          <a:r>
            <a:rPr lang="en-US" b="1" u="sng" dirty="0" err="1">
              <a:solidFill>
                <a:srgbClr val="FF0000"/>
              </a:solidFill>
            </a:rPr>
            <a:t>agartala</a:t>
          </a:r>
          <a:r>
            <a:rPr lang="en-US" b="1" u="sng" dirty="0">
              <a:solidFill>
                <a:srgbClr val="FF0000"/>
              </a:solidFill>
            </a:rPr>
            <a:t> conspiracy case </a:t>
          </a:r>
          <a:r>
            <a:rPr lang="en-US" dirty="0"/>
            <a:t>by which he tried his utmost.</a:t>
          </a:r>
        </a:p>
      </dgm:t>
    </dgm:pt>
    <dgm:pt modelId="{CD9D14A1-03AD-47CF-8138-B295DA6B550D}" type="parTrans" cxnId="{B574BEF8-AA93-4A77-8221-3DF1E139513F}">
      <dgm:prSet/>
      <dgm:spPr/>
      <dgm:t>
        <a:bodyPr/>
        <a:lstStyle/>
        <a:p>
          <a:endParaRPr lang="en-US"/>
        </a:p>
      </dgm:t>
    </dgm:pt>
    <dgm:pt modelId="{5056D8DA-0D66-440D-A681-F5185BBF81A8}" type="sibTrans" cxnId="{B574BEF8-AA93-4A77-8221-3DF1E139513F}">
      <dgm:prSet/>
      <dgm:spPr/>
      <dgm:t>
        <a:bodyPr/>
        <a:lstStyle/>
        <a:p>
          <a:endParaRPr lang="en-US"/>
        </a:p>
      </dgm:t>
    </dgm:pt>
    <dgm:pt modelId="{3BB95D33-4359-41B6-9E9C-C8B4C0E3B6E9}" type="pres">
      <dgm:prSet presAssocID="{2FB430D5-ECBA-4D21-B3E5-3FA2FE2CA996}" presName="rootnode" presStyleCnt="0">
        <dgm:presLayoutVars>
          <dgm:chMax/>
          <dgm:chPref/>
          <dgm:dir/>
          <dgm:animLvl val="lvl"/>
        </dgm:presLayoutVars>
      </dgm:prSet>
      <dgm:spPr/>
    </dgm:pt>
    <dgm:pt modelId="{B98BB9C1-4F50-4C52-A3C2-99159A4F7FD3}" type="pres">
      <dgm:prSet presAssocID="{96FFA492-CBFC-4586-B91D-1472D97A6A96}" presName="composite" presStyleCnt="0"/>
      <dgm:spPr/>
    </dgm:pt>
    <dgm:pt modelId="{5C6D6507-475C-4C51-8EED-8C27587E153C}" type="pres">
      <dgm:prSet presAssocID="{96FFA492-CBFC-4586-B91D-1472D97A6A96}" presName="LShape" presStyleLbl="alignNode1" presStyleIdx="0" presStyleCnt="5"/>
      <dgm:spPr/>
    </dgm:pt>
    <dgm:pt modelId="{6E731540-E037-4E59-BC23-4156682FCB09}" type="pres">
      <dgm:prSet presAssocID="{96FFA492-CBFC-4586-B91D-1472D97A6A96}" presName="ParentText" presStyleLbl="revTx" presStyleIdx="0" presStyleCnt="3">
        <dgm:presLayoutVars>
          <dgm:chMax val="0"/>
          <dgm:chPref val="0"/>
          <dgm:bulletEnabled val="1"/>
        </dgm:presLayoutVars>
      </dgm:prSet>
      <dgm:spPr/>
    </dgm:pt>
    <dgm:pt modelId="{DC81B17C-3B0C-49B8-A04A-DB2048E0DAE3}" type="pres">
      <dgm:prSet presAssocID="{96FFA492-CBFC-4586-B91D-1472D97A6A96}" presName="Triangle" presStyleLbl="alignNode1" presStyleIdx="1" presStyleCnt="5"/>
      <dgm:spPr/>
    </dgm:pt>
    <dgm:pt modelId="{FC6E10C8-2866-4196-8547-4292DDC1F413}" type="pres">
      <dgm:prSet presAssocID="{94CB7AC9-2ADD-47CB-936D-066683792E48}" presName="sibTrans" presStyleCnt="0"/>
      <dgm:spPr/>
    </dgm:pt>
    <dgm:pt modelId="{5A47D713-3BB0-4941-82BF-E0A6343F59E5}" type="pres">
      <dgm:prSet presAssocID="{94CB7AC9-2ADD-47CB-936D-066683792E48}" presName="space" presStyleCnt="0"/>
      <dgm:spPr/>
    </dgm:pt>
    <dgm:pt modelId="{7A67017C-C44A-46AC-B0C5-7E9C725020B8}" type="pres">
      <dgm:prSet presAssocID="{69FF5436-0B92-4082-92DE-88988C2F3F7A}" presName="composite" presStyleCnt="0"/>
      <dgm:spPr/>
    </dgm:pt>
    <dgm:pt modelId="{F2C113B2-DC78-439B-92CF-C228AC8A26A5}" type="pres">
      <dgm:prSet presAssocID="{69FF5436-0B92-4082-92DE-88988C2F3F7A}" presName="LShape" presStyleLbl="alignNode1" presStyleIdx="2" presStyleCnt="5"/>
      <dgm:spPr/>
    </dgm:pt>
    <dgm:pt modelId="{FFCB1185-83F1-4B88-8EA8-FFAD101C33B9}" type="pres">
      <dgm:prSet presAssocID="{69FF5436-0B92-4082-92DE-88988C2F3F7A}" presName="ParentText" presStyleLbl="revTx" presStyleIdx="1" presStyleCnt="3">
        <dgm:presLayoutVars>
          <dgm:chMax val="0"/>
          <dgm:chPref val="0"/>
          <dgm:bulletEnabled val="1"/>
        </dgm:presLayoutVars>
      </dgm:prSet>
      <dgm:spPr/>
    </dgm:pt>
    <dgm:pt modelId="{54DB7698-ED38-4BB7-8313-DD249179E8D6}" type="pres">
      <dgm:prSet presAssocID="{69FF5436-0B92-4082-92DE-88988C2F3F7A}" presName="Triangle" presStyleLbl="alignNode1" presStyleIdx="3" presStyleCnt="5"/>
      <dgm:spPr/>
    </dgm:pt>
    <dgm:pt modelId="{76C3FD72-66EF-4CF3-BE9E-B4BCD9CCD59A}" type="pres">
      <dgm:prSet presAssocID="{34FE6A4C-7B6C-441D-B70C-502B9B326CA4}" presName="sibTrans" presStyleCnt="0"/>
      <dgm:spPr/>
    </dgm:pt>
    <dgm:pt modelId="{6B598918-3A7A-480F-8807-61A400208053}" type="pres">
      <dgm:prSet presAssocID="{34FE6A4C-7B6C-441D-B70C-502B9B326CA4}" presName="space" presStyleCnt="0"/>
      <dgm:spPr/>
    </dgm:pt>
    <dgm:pt modelId="{8EF4EE94-03E0-45D1-9C2E-7C89869717F9}" type="pres">
      <dgm:prSet presAssocID="{B881EE7F-F954-45EF-A350-C044237DF3EA}" presName="composite" presStyleCnt="0"/>
      <dgm:spPr/>
    </dgm:pt>
    <dgm:pt modelId="{1491437C-2F66-43F2-A4FF-B1CC91D06CBB}" type="pres">
      <dgm:prSet presAssocID="{B881EE7F-F954-45EF-A350-C044237DF3EA}" presName="LShape" presStyleLbl="alignNode1" presStyleIdx="4" presStyleCnt="5"/>
      <dgm:spPr/>
    </dgm:pt>
    <dgm:pt modelId="{86310250-D55E-471E-8A91-FC3F6B611357}" type="pres">
      <dgm:prSet presAssocID="{B881EE7F-F954-45EF-A350-C044237DF3EA}" presName="ParentText" presStyleLbl="revTx" presStyleIdx="2" presStyleCnt="3">
        <dgm:presLayoutVars>
          <dgm:chMax val="0"/>
          <dgm:chPref val="0"/>
          <dgm:bulletEnabled val="1"/>
        </dgm:presLayoutVars>
      </dgm:prSet>
      <dgm:spPr/>
    </dgm:pt>
  </dgm:ptLst>
  <dgm:cxnLst>
    <dgm:cxn modelId="{4188ED06-659B-4601-9F50-11FB8668DAC5}" type="presOf" srcId="{96FFA492-CBFC-4586-B91D-1472D97A6A96}" destId="{6E731540-E037-4E59-BC23-4156682FCB09}" srcOrd="0" destOrd="0" presId="urn:microsoft.com/office/officeart/2009/3/layout/StepUpProcess"/>
    <dgm:cxn modelId="{EA70F326-D3CA-46FE-9FF3-295D9A717AA2}" type="presOf" srcId="{B881EE7F-F954-45EF-A350-C044237DF3EA}" destId="{86310250-D55E-471E-8A91-FC3F6B611357}" srcOrd="0" destOrd="0" presId="urn:microsoft.com/office/officeart/2009/3/layout/StepUpProcess"/>
    <dgm:cxn modelId="{0881435C-CB5A-4585-B344-E62C7815AD11}" type="presOf" srcId="{2FB430D5-ECBA-4D21-B3E5-3FA2FE2CA996}" destId="{3BB95D33-4359-41B6-9E9C-C8B4C0E3B6E9}" srcOrd="0" destOrd="0" presId="urn:microsoft.com/office/officeart/2009/3/layout/StepUpProcess"/>
    <dgm:cxn modelId="{28E91160-B83F-4D02-83E3-FAF557BAF092}" srcId="{2FB430D5-ECBA-4D21-B3E5-3FA2FE2CA996}" destId="{69FF5436-0B92-4082-92DE-88988C2F3F7A}" srcOrd="1" destOrd="0" parTransId="{5B62570D-80AD-4601-92F1-EC7959CE8CAF}" sibTransId="{34FE6A4C-7B6C-441D-B70C-502B9B326CA4}"/>
    <dgm:cxn modelId="{ADCF7B81-FCA1-4C39-B551-CCDBADF32BFC}" type="presOf" srcId="{69FF5436-0B92-4082-92DE-88988C2F3F7A}" destId="{FFCB1185-83F1-4B88-8EA8-FFAD101C33B9}" srcOrd="0" destOrd="0" presId="urn:microsoft.com/office/officeart/2009/3/layout/StepUpProcess"/>
    <dgm:cxn modelId="{5BD0EECA-9D40-4F94-8800-35F3DF8CDD34}" srcId="{2FB430D5-ECBA-4D21-B3E5-3FA2FE2CA996}" destId="{96FFA492-CBFC-4586-B91D-1472D97A6A96}" srcOrd="0" destOrd="0" parTransId="{E7450728-9245-4E6A-ACE7-F516AE8E611F}" sibTransId="{94CB7AC9-2ADD-47CB-936D-066683792E48}"/>
    <dgm:cxn modelId="{B574BEF8-AA93-4A77-8221-3DF1E139513F}" srcId="{2FB430D5-ECBA-4D21-B3E5-3FA2FE2CA996}" destId="{B881EE7F-F954-45EF-A350-C044237DF3EA}" srcOrd="2" destOrd="0" parTransId="{CD9D14A1-03AD-47CF-8138-B295DA6B550D}" sibTransId="{5056D8DA-0D66-440D-A681-F5185BBF81A8}"/>
    <dgm:cxn modelId="{A41B9F91-8B16-4B04-8CB8-19E76C2F7582}" type="presParOf" srcId="{3BB95D33-4359-41B6-9E9C-C8B4C0E3B6E9}" destId="{B98BB9C1-4F50-4C52-A3C2-99159A4F7FD3}" srcOrd="0" destOrd="0" presId="urn:microsoft.com/office/officeart/2009/3/layout/StepUpProcess"/>
    <dgm:cxn modelId="{E0607BA3-58F3-4938-90AF-1A155495399C}" type="presParOf" srcId="{B98BB9C1-4F50-4C52-A3C2-99159A4F7FD3}" destId="{5C6D6507-475C-4C51-8EED-8C27587E153C}" srcOrd="0" destOrd="0" presId="urn:microsoft.com/office/officeart/2009/3/layout/StepUpProcess"/>
    <dgm:cxn modelId="{6527C2EA-815E-4A9A-8175-289459753A84}" type="presParOf" srcId="{B98BB9C1-4F50-4C52-A3C2-99159A4F7FD3}" destId="{6E731540-E037-4E59-BC23-4156682FCB09}" srcOrd="1" destOrd="0" presId="urn:microsoft.com/office/officeart/2009/3/layout/StepUpProcess"/>
    <dgm:cxn modelId="{4D41F6F4-2E77-47AE-8F82-1F3A8CD252F8}" type="presParOf" srcId="{B98BB9C1-4F50-4C52-A3C2-99159A4F7FD3}" destId="{DC81B17C-3B0C-49B8-A04A-DB2048E0DAE3}" srcOrd="2" destOrd="0" presId="urn:microsoft.com/office/officeart/2009/3/layout/StepUpProcess"/>
    <dgm:cxn modelId="{D37191F8-98C8-4CB3-9CBD-B0456A3584A9}" type="presParOf" srcId="{3BB95D33-4359-41B6-9E9C-C8B4C0E3B6E9}" destId="{FC6E10C8-2866-4196-8547-4292DDC1F413}" srcOrd="1" destOrd="0" presId="urn:microsoft.com/office/officeart/2009/3/layout/StepUpProcess"/>
    <dgm:cxn modelId="{7EAB319E-F32F-48EF-9FB5-A07A17E00E5C}" type="presParOf" srcId="{FC6E10C8-2866-4196-8547-4292DDC1F413}" destId="{5A47D713-3BB0-4941-82BF-E0A6343F59E5}" srcOrd="0" destOrd="0" presId="urn:microsoft.com/office/officeart/2009/3/layout/StepUpProcess"/>
    <dgm:cxn modelId="{5117EF8D-B208-4FB5-912F-883B85DD7F7E}" type="presParOf" srcId="{3BB95D33-4359-41B6-9E9C-C8B4C0E3B6E9}" destId="{7A67017C-C44A-46AC-B0C5-7E9C725020B8}" srcOrd="2" destOrd="0" presId="urn:microsoft.com/office/officeart/2009/3/layout/StepUpProcess"/>
    <dgm:cxn modelId="{32E0CCFD-786A-4C68-99F4-EDAF572AA77F}" type="presParOf" srcId="{7A67017C-C44A-46AC-B0C5-7E9C725020B8}" destId="{F2C113B2-DC78-439B-92CF-C228AC8A26A5}" srcOrd="0" destOrd="0" presId="urn:microsoft.com/office/officeart/2009/3/layout/StepUpProcess"/>
    <dgm:cxn modelId="{5B5502A0-DD13-4751-B2C3-5B0A242A666D}" type="presParOf" srcId="{7A67017C-C44A-46AC-B0C5-7E9C725020B8}" destId="{FFCB1185-83F1-4B88-8EA8-FFAD101C33B9}" srcOrd="1" destOrd="0" presId="urn:microsoft.com/office/officeart/2009/3/layout/StepUpProcess"/>
    <dgm:cxn modelId="{2EE5CD26-563B-4D36-9FEA-0D779AB64A29}" type="presParOf" srcId="{7A67017C-C44A-46AC-B0C5-7E9C725020B8}" destId="{54DB7698-ED38-4BB7-8313-DD249179E8D6}" srcOrd="2" destOrd="0" presId="urn:microsoft.com/office/officeart/2009/3/layout/StepUpProcess"/>
    <dgm:cxn modelId="{808FE9F0-3FE1-4F7D-82E7-C0639C5CFAA7}" type="presParOf" srcId="{3BB95D33-4359-41B6-9E9C-C8B4C0E3B6E9}" destId="{76C3FD72-66EF-4CF3-BE9E-B4BCD9CCD59A}" srcOrd="3" destOrd="0" presId="urn:microsoft.com/office/officeart/2009/3/layout/StepUpProcess"/>
    <dgm:cxn modelId="{8B53F40E-99E5-4CCC-AB5B-A894359C816C}" type="presParOf" srcId="{76C3FD72-66EF-4CF3-BE9E-B4BCD9CCD59A}" destId="{6B598918-3A7A-480F-8807-61A400208053}" srcOrd="0" destOrd="0" presId="urn:microsoft.com/office/officeart/2009/3/layout/StepUpProcess"/>
    <dgm:cxn modelId="{6AFA0993-78B5-4D3B-BF3B-08B04714B670}" type="presParOf" srcId="{3BB95D33-4359-41B6-9E9C-C8B4C0E3B6E9}" destId="{8EF4EE94-03E0-45D1-9C2E-7C89869717F9}" srcOrd="4" destOrd="0" presId="urn:microsoft.com/office/officeart/2009/3/layout/StepUpProcess"/>
    <dgm:cxn modelId="{6D192D78-A029-4856-B6EB-8850329896BA}" type="presParOf" srcId="{8EF4EE94-03E0-45D1-9C2E-7C89869717F9}" destId="{1491437C-2F66-43F2-A4FF-B1CC91D06CBB}" srcOrd="0" destOrd="0" presId="urn:microsoft.com/office/officeart/2009/3/layout/StepUpProcess"/>
    <dgm:cxn modelId="{EB2F87E1-A971-4334-BA24-2BD618EF6AFB}" type="presParOf" srcId="{8EF4EE94-03E0-45D1-9C2E-7C89869717F9}" destId="{86310250-D55E-471E-8A91-FC3F6B611357}"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59EFEB-0C75-4AE6-8C97-DCAEDF8FF94E}" type="doc">
      <dgm:prSet loTypeId="urn:microsoft.com/office/officeart/2008/layout/HorizontalMultiLevelHierarchy" loCatId="hierarchy" qsTypeId="urn:microsoft.com/office/officeart/2005/8/quickstyle/3d2#1" qsCatId="3D" csTypeId="urn:microsoft.com/office/officeart/2005/8/colors/colorful3" csCatId="colorful" phldr="1"/>
      <dgm:spPr/>
      <dgm:t>
        <a:bodyPr/>
        <a:lstStyle/>
        <a:p>
          <a:endParaRPr lang="en-US"/>
        </a:p>
      </dgm:t>
    </dgm:pt>
    <dgm:pt modelId="{DAF7ACB6-80C1-44A8-9ECA-226CEF50B46C}">
      <dgm:prSet phldrT="[Text]"/>
      <dgm:spPr/>
      <dgm:t>
        <a:bodyPr/>
        <a:lstStyle/>
        <a:p>
          <a:r>
            <a:rPr lang="en-US" dirty="0"/>
            <a:t>Objectives of the Case</a:t>
          </a:r>
        </a:p>
      </dgm:t>
    </dgm:pt>
    <dgm:pt modelId="{205C8A13-7FB1-4035-956E-5A2C07323226}" type="parTrans" cxnId="{9B15C614-0D4B-4681-8043-33213AC46432}">
      <dgm:prSet/>
      <dgm:spPr/>
      <dgm:t>
        <a:bodyPr/>
        <a:lstStyle/>
        <a:p>
          <a:endParaRPr lang="en-US"/>
        </a:p>
      </dgm:t>
    </dgm:pt>
    <dgm:pt modelId="{5999D7BB-A97C-4478-B6B4-5B41809C15F2}" type="sibTrans" cxnId="{9B15C614-0D4B-4681-8043-33213AC46432}">
      <dgm:prSet/>
      <dgm:spPr/>
      <dgm:t>
        <a:bodyPr/>
        <a:lstStyle/>
        <a:p>
          <a:endParaRPr lang="en-US"/>
        </a:p>
      </dgm:t>
    </dgm:pt>
    <dgm:pt modelId="{6670FFE1-25B5-4F89-93C1-7740EA3FB32E}">
      <dgm:prSet phldrT="[Text]"/>
      <dgm:spPr/>
      <dgm:t>
        <a:bodyPr/>
        <a:lstStyle/>
        <a:p>
          <a:r>
            <a:rPr lang="en-US" dirty="0"/>
            <a:t>to demoralize the nationalist movement in East Pakistan</a:t>
          </a:r>
        </a:p>
      </dgm:t>
    </dgm:pt>
    <dgm:pt modelId="{4AA55DEF-25C4-48CE-9F49-274ADB7C83BB}" type="parTrans" cxnId="{4200C3A4-AF5E-4D17-986A-60963EDBCD98}">
      <dgm:prSet/>
      <dgm:spPr/>
      <dgm:t>
        <a:bodyPr/>
        <a:lstStyle/>
        <a:p>
          <a:endParaRPr lang="en-US"/>
        </a:p>
      </dgm:t>
    </dgm:pt>
    <dgm:pt modelId="{19E58B5C-B626-4FC5-99B9-44A4C09608A9}" type="sibTrans" cxnId="{4200C3A4-AF5E-4D17-986A-60963EDBCD98}">
      <dgm:prSet/>
      <dgm:spPr/>
      <dgm:t>
        <a:bodyPr/>
        <a:lstStyle/>
        <a:p>
          <a:endParaRPr lang="en-US"/>
        </a:p>
      </dgm:t>
    </dgm:pt>
    <dgm:pt modelId="{41981F81-99AE-4B21-81D0-0A5124A184E7}">
      <dgm:prSet phldrT="[Text]"/>
      <dgm:spPr/>
      <dgm:t>
        <a:bodyPr/>
        <a:lstStyle/>
        <a:p>
          <a:r>
            <a:rPr lang="en-US" dirty="0"/>
            <a:t>To convey a message to the Army that Bengali’s weren’t ‘reliable’ </a:t>
          </a:r>
        </a:p>
      </dgm:t>
    </dgm:pt>
    <dgm:pt modelId="{4351016D-3385-43A7-A2F1-CC68A3EFD776}" type="parTrans" cxnId="{DE7A6064-6590-4334-9C32-A3C95F7E4E3E}">
      <dgm:prSet/>
      <dgm:spPr/>
      <dgm:t>
        <a:bodyPr/>
        <a:lstStyle/>
        <a:p>
          <a:endParaRPr lang="en-US"/>
        </a:p>
      </dgm:t>
    </dgm:pt>
    <dgm:pt modelId="{13658974-251B-4074-8EA7-135827004075}" type="sibTrans" cxnId="{DE7A6064-6590-4334-9C32-A3C95F7E4E3E}">
      <dgm:prSet/>
      <dgm:spPr/>
      <dgm:t>
        <a:bodyPr/>
        <a:lstStyle/>
        <a:p>
          <a:endParaRPr lang="en-US"/>
        </a:p>
      </dgm:t>
    </dgm:pt>
    <dgm:pt modelId="{8D24B5FF-E66D-44EE-8BE2-EED7A284F2ED}">
      <dgm:prSet phldrT="[Text]"/>
      <dgm:spPr/>
      <dgm:t>
        <a:bodyPr/>
        <a:lstStyle/>
        <a:p>
          <a:endParaRPr lang="en-US" dirty="0"/>
        </a:p>
        <a:p>
          <a:r>
            <a:rPr lang="en-US" dirty="0"/>
            <a:t>The policy of creating distrust and disunity between the two wing</a:t>
          </a:r>
        </a:p>
      </dgm:t>
    </dgm:pt>
    <dgm:pt modelId="{2DE1FC6B-0029-4280-A206-8D2F8ECBBEA0}" type="parTrans" cxnId="{3B1A71A5-56AF-435C-A6BF-4FE1E837471C}">
      <dgm:prSet/>
      <dgm:spPr/>
      <dgm:t>
        <a:bodyPr/>
        <a:lstStyle/>
        <a:p>
          <a:endParaRPr lang="en-US"/>
        </a:p>
      </dgm:t>
    </dgm:pt>
    <dgm:pt modelId="{4F87005F-D9BE-4926-AE23-1B049DBD5788}" type="sibTrans" cxnId="{3B1A71A5-56AF-435C-A6BF-4FE1E837471C}">
      <dgm:prSet/>
      <dgm:spPr/>
      <dgm:t>
        <a:bodyPr/>
        <a:lstStyle/>
        <a:p>
          <a:endParaRPr lang="en-US"/>
        </a:p>
      </dgm:t>
    </dgm:pt>
    <dgm:pt modelId="{005FDE3D-F443-47AB-927F-7F6061552BFB}">
      <dgm:prSet phldrT="[Text]"/>
      <dgm:spPr/>
      <dgm:t>
        <a:bodyPr/>
        <a:lstStyle/>
        <a:p>
          <a:endParaRPr lang="en-US" dirty="0"/>
        </a:p>
        <a:p>
          <a:r>
            <a:rPr lang="en-US" dirty="0"/>
            <a:t>Minus </a:t>
          </a:r>
          <a:r>
            <a:rPr lang="en-US" dirty="0" err="1"/>
            <a:t>Mujib</a:t>
          </a:r>
          <a:r>
            <a:rPr lang="en-US" dirty="0"/>
            <a:t> formula</a:t>
          </a:r>
        </a:p>
      </dgm:t>
    </dgm:pt>
    <dgm:pt modelId="{A80AA79A-A82B-4500-9186-2B0E2AEE33E7}" type="parTrans" cxnId="{D2F2E1D8-3C20-4C71-97F9-B85AE2DF43BE}">
      <dgm:prSet/>
      <dgm:spPr/>
      <dgm:t>
        <a:bodyPr/>
        <a:lstStyle/>
        <a:p>
          <a:endParaRPr lang="en-US"/>
        </a:p>
      </dgm:t>
    </dgm:pt>
    <dgm:pt modelId="{FE87BDFE-52F3-4F38-942E-A2FF04F35A30}" type="sibTrans" cxnId="{D2F2E1D8-3C20-4C71-97F9-B85AE2DF43BE}">
      <dgm:prSet/>
      <dgm:spPr/>
      <dgm:t>
        <a:bodyPr/>
        <a:lstStyle/>
        <a:p>
          <a:endParaRPr lang="en-US"/>
        </a:p>
      </dgm:t>
    </dgm:pt>
    <dgm:pt modelId="{AB80751D-7513-4C64-B474-DD0C8B53B0D5}">
      <dgm:prSet phldrT="[Text]"/>
      <dgm:spPr/>
      <dgm:t>
        <a:bodyPr/>
        <a:lstStyle/>
        <a:p>
          <a:endParaRPr lang="en-US" dirty="0"/>
        </a:p>
        <a:p>
          <a:r>
            <a:rPr lang="en-US" dirty="0"/>
            <a:t>To claim public support by postulating the accused as traitor and </a:t>
          </a:r>
          <a:r>
            <a:rPr lang="en-US" dirty="0" err="1"/>
            <a:t>seperationist</a:t>
          </a:r>
          <a:r>
            <a:rPr lang="en-US" dirty="0"/>
            <a:t> and to win in next election</a:t>
          </a:r>
        </a:p>
      </dgm:t>
    </dgm:pt>
    <dgm:pt modelId="{88B528DC-2E4C-4426-A421-22FBF37A92C9}" type="parTrans" cxnId="{8964D205-84EA-4070-8D2E-EFC8A1F8DAAD}">
      <dgm:prSet/>
      <dgm:spPr/>
      <dgm:t>
        <a:bodyPr/>
        <a:lstStyle/>
        <a:p>
          <a:endParaRPr lang="en-US"/>
        </a:p>
      </dgm:t>
    </dgm:pt>
    <dgm:pt modelId="{AAE98A26-DC58-4A08-959A-51328EFF3E6E}" type="sibTrans" cxnId="{8964D205-84EA-4070-8D2E-EFC8A1F8DAAD}">
      <dgm:prSet/>
      <dgm:spPr/>
      <dgm:t>
        <a:bodyPr/>
        <a:lstStyle/>
        <a:p>
          <a:endParaRPr lang="en-US"/>
        </a:p>
      </dgm:t>
    </dgm:pt>
    <dgm:pt modelId="{C4D0894C-9495-4F55-8B80-04A8BB6216C3}" type="pres">
      <dgm:prSet presAssocID="{1459EFEB-0C75-4AE6-8C97-DCAEDF8FF94E}" presName="Name0" presStyleCnt="0">
        <dgm:presLayoutVars>
          <dgm:chPref val="1"/>
          <dgm:dir/>
          <dgm:animOne val="branch"/>
          <dgm:animLvl val="lvl"/>
          <dgm:resizeHandles val="exact"/>
        </dgm:presLayoutVars>
      </dgm:prSet>
      <dgm:spPr/>
    </dgm:pt>
    <dgm:pt modelId="{A14EB783-1E40-43D0-8BA3-625E2BED4CA9}" type="pres">
      <dgm:prSet presAssocID="{DAF7ACB6-80C1-44A8-9ECA-226CEF50B46C}" presName="root1" presStyleCnt="0"/>
      <dgm:spPr/>
    </dgm:pt>
    <dgm:pt modelId="{F229AA89-2A0A-43B4-AC6B-C8D9C43F396E}" type="pres">
      <dgm:prSet presAssocID="{DAF7ACB6-80C1-44A8-9ECA-226CEF50B46C}" presName="LevelOneTextNode" presStyleLbl="node0" presStyleIdx="0" presStyleCnt="1">
        <dgm:presLayoutVars>
          <dgm:chPref val="3"/>
        </dgm:presLayoutVars>
      </dgm:prSet>
      <dgm:spPr/>
    </dgm:pt>
    <dgm:pt modelId="{1395EA52-6C6B-4622-A927-5499CF77DA48}" type="pres">
      <dgm:prSet presAssocID="{DAF7ACB6-80C1-44A8-9ECA-226CEF50B46C}" presName="level2hierChild" presStyleCnt="0"/>
      <dgm:spPr/>
    </dgm:pt>
    <dgm:pt modelId="{9EEB1FB6-8F83-47B4-BDF3-E9FF9C70664A}" type="pres">
      <dgm:prSet presAssocID="{4AA55DEF-25C4-48CE-9F49-274ADB7C83BB}" presName="conn2-1" presStyleLbl="parChTrans1D2" presStyleIdx="0" presStyleCnt="5"/>
      <dgm:spPr/>
    </dgm:pt>
    <dgm:pt modelId="{C9CC1AFB-C393-4943-817B-E53CBEEC0366}" type="pres">
      <dgm:prSet presAssocID="{4AA55DEF-25C4-48CE-9F49-274ADB7C83BB}" presName="connTx" presStyleLbl="parChTrans1D2" presStyleIdx="0" presStyleCnt="5"/>
      <dgm:spPr/>
    </dgm:pt>
    <dgm:pt modelId="{5F5C21D1-3FC2-4EED-9CE0-2576A150296D}" type="pres">
      <dgm:prSet presAssocID="{6670FFE1-25B5-4F89-93C1-7740EA3FB32E}" presName="root2" presStyleCnt="0"/>
      <dgm:spPr/>
    </dgm:pt>
    <dgm:pt modelId="{18CF1A1E-2690-478A-AAB8-2A7881D7D6E2}" type="pres">
      <dgm:prSet presAssocID="{6670FFE1-25B5-4F89-93C1-7740EA3FB32E}" presName="LevelTwoTextNode" presStyleLbl="node2" presStyleIdx="0" presStyleCnt="5" custScaleX="216463">
        <dgm:presLayoutVars>
          <dgm:chPref val="3"/>
        </dgm:presLayoutVars>
      </dgm:prSet>
      <dgm:spPr/>
    </dgm:pt>
    <dgm:pt modelId="{B7F90D36-B898-4F03-A1DD-233117B4486C}" type="pres">
      <dgm:prSet presAssocID="{6670FFE1-25B5-4F89-93C1-7740EA3FB32E}" presName="level3hierChild" presStyleCnt="0"/>
      <dgm:spPr/>
    </dgm:pt>
    <dgm:pt modelId="{FAB0C162-FC29-4A88-8FFA-E0AEE6D0FF22}" type="pres">
      <dgm:prSet presAssocID="{4351016D-3385-43A7-A2F1-CC68A3EFD776}" presName="conn2-1" presStyleLbl="parChTrans1D2" presStyleIdx="1" presStyleCnt="5"/>
      <dgm:spPr/>
    </dgm:pt>
    <dgm:pt modelId="{DB1F0E96-1FBC-4EB3-A451-CFE137056178}" type="pres">
      <dgm:prSet presAssocID="{4351016D-3385-43A7-A2F1-CC68A3EFD776}" presName="connTx" presStyleLbl="parChTrans1D2" presStyleIdx="1" presStyleCnt="5"/>
      <dgm:spPr/>
    </dgm:pt>
    <dgm:pt modelId="{11A5381C-BEDB-4120-A53A-79836F8FD6B7}" type="pres">
      <dgm:prSet presAssocID="{41981F81-99AE-4B21-81D0-0A5124A184E7}" presName="root2" presStyleCnt="0"/>
      <dgm:spPr/>
    </dgm:pt>
    <dgm:pt modelId="{93AFBCA8-851B-469B-BCCF-27D1520D35BF}" type="pres">
      <dgm:prSet presAssocID="{41981F81-99AE-4B21-81D0-0A5124A184E7}" presName="LevelTwoTextNode" presStyleLbl="node2" presStyleIdx="1" presStyleCnt="5" custScaleX="227138">
        <dgm:presLayoutVars>
          <dgm:chPref val="3"/>
        </dgm:presLayoutVars>
      </dgm:prSet>
      <dgm:spPr/>
    </dgm:pt>
    <dgm:pt modelId="{CB902634-14E7-4526-8FEB-2E7C7386B2F3}" type="pres">
      <dgm:prSet presAssocID="{41981F81-99AE-4B21-81D0-0A5124A184E7}" presName="level3hierChild" presStyleCnt="0"/>
      <dgm:spPr/>
    </dgm:pt>
    <dgm:pt modelId="{58E8CBEF-B063-4F13-882A-B84A5AF5FBD8}" type="pres">
      <dgm:prSet presAssocID="{2DE1FC6B-0029-4280-A206-8D2F8ECBBEA0}" presName="conn2-1" presStyleLbl="parChTrans1D2" presStyleIdx="2" presStyleCnt="5"/>
      <dgm:spPr/>
    </dgm:pt>
    <dgm:pt modelId="{5F29CF47-D150-4576-897D-068AA74717F8}" type="pres">
      <dgm:prSet presAssocID="{2DE1FC6B-0029-4280-A206-8D2F8ECBBEA0}" presName="connTx" presStyleLbl="parChTrans1D2" presStyleIdx="2" presStyleCnt="5"/>
      <dgm:spPr/>
    </dgm:pt>
    <dgm:pt modelId="{960E7046-4F7B-4612-8509-CBDAD0330495}" type="pres">
      <dgm:prSet presAssocID="{8D24B5FF-E66D-44EE-8BE2-EED7A284F2ED}" presName="root2" presStyleCnt="0"/>
      <dgm:spPr/>
    </dgm:pt>
    <dgm:pt modelId="{B17F4607-600F-4D0A-BBDA-85CF848ED300}" type="pres">
      <dgm:prSet presAssocID="{8D24B5FF-E66D-44EE-8BE2-EED7A284F2ED}" presName="LevelTwoTextNode" presStyleLbl="node2" presStyleIdx="2" presStyleCnt="5" custScaleX="223987">
        <dgm:presLayoutVars>
          <dgm:chPref val="3"/>
        </dgm:presLayoutVars>
      </dgm:prSet>
      <dgm:spPr/>
    </dgm:pt>
    <dgm:pt modelId="{4818CA45-C3C2-4C43-827B-434EABBF9254}" type="pres">
      <dgm:prSet presAssocID="{8D24B5FF-E66D-44EE-8BE2-EED7A284F2ED}" presName="level3hierChild" presStyleCnt="0"/>
      <dgm:spPr/>
    </dgm:pt>
    <dgm:pt modelId="{DC3EF912-FA1D-4573-B5F8-EB6F0A406581}" type="pres">
      <dgm:prSet presAssocID="{A80AA79A-A82B-4500-9186-2B0E2AEE33E7}" presName="conn2-1" presStyleLbl="parChTrans1D2" presStyleIdx="3" presStyleCnt="5"/>
      <dgm:spPr/>
    </dgm:pt>
    <dgm:pt modelId="{62C15A13-C858-4151-8217-E6742ED414CA}" type="pres">
      <dgm:prSet presAssocID="{A80AA79A-A82B-4500-9186-2B0E2AEE33E7}" presName="connTx" presStyleLbl="parChTrans1D2" presStyleIdx="3" presStyleCnt="5"/>
      <dgm:spPr/>
    </dgm:pt>
    <dgm:pt modelId="{026794B3-9A22-44D5-A159-975B4C9955F5}" type="pres">
      <dgm:prSet presAssocID="{005FDE3D-F443-47AB-927F-7F6061552BFB}" presName="root2" presStyleCnt="0"/>
      <dgm:spPr/>
    </dgm:pt>
    <dgm:pt modelId="{2BA0316F-E422-4EB7-BA97-9F9E5C82CDC8}" type="pres">
      <dgm:prSet presAssocID="{005FDE3D-F443-47AB-927F-7F6061552BFB}" presName="LevelTwoTextNode" presStyleLbl="node2" presStyleIdx="3" presStyleCnt="5">
        <dgm:presLayoutVars>
          <dgm:chPref val="3"/>
        </dgm:presLayoutVars>
      </dgm:prSet>
      <dgm:spPr/>
    </dgm:pt>
    <dgm:pt modelId="{2F2263E9-5DE9-4166-9950-F3C8E990936A}" type="pres">
      <dgm:prSet presAssocID="{005FDE3D-F443-47AB-927F-7F6061552BFB}" presName="level3hierChild" presStyleCnt="0"/>
      <dgm:spPr/>
    </dgm:pt>
    <dgm:pt modelId="{996BA3E7-B053-4CA9-BA1E-5FA4B1B30300}" type="pres">
      <dgm:prSet presAssocID="{88B528DC-2E4C-4426-A421-22FBF37A92C9}" presName="conn2-1" presStyleLbl="parChTrans1D2" presStyleIdx="4" presStyleCnt="5"/>
      <dgm:spPr/>
    </dgm:pt>
    <dgm:pt modelId="{0B6B6A4B-EB5C-490A-AE82-A410470EF76C}" type="pres">
      <dgm:prSet presAssocID="{88B528DC-2E4C-4426-A421-22FBF37A92C9}" presName="connTx" presStyleLbl="parChTrans1D2" presStyleIdx="4" presStyleCnt="5"/>
      <dgm:spPr/>
    </dgm:pt>
    <dgm:pt modelId="{47912037-6EE4-43E5-A507-9CD2B6B13122}" type="pres">
      <dgm:prSet presAssocID="{AB80751D-7513-4C64-B474-DD0C8B53B0D5}" presName="root2" presStyleCnt="0"/>
      <dgm:spPr/>
    </dgm:pt>
    <dgm:pt modelId="{7C3C1F91-A7FF-49E6-98F7-48AA16012607}" type="pres">
      <dgm:prSet presAssocID="{AB80751D-7513-4C64-B474-DD0C8B53B0D5}" presName="LevelTwoTextNode" presStyleLbl="node2" presStyleIdx="4" presStyleCnt="5" custScaleX="212094">
        <dgm:presLayoutVars>
          <dgm:chPref val="3"/>
        </dgm:presLayoutVars>
      </dgm:prSet>
      <dgm:spPr/>
    </dgm:pt>
    <dgm:pt modelId="{CC022FDF-C860-4614-8BFC-C1B5C9514ED7}" type="pres">
      <dgm:prSet presAssocID="{AB80751D-7513-4C64-B474-DD0C8B53B0D5}" presName="level3hierChild" presStyleCnt="0"/>
      <dgm:spPr/>
    </dgm:pt>
  </dgm:ptLst>
  <dgm:cxnLst>
    <dgm:cxn modelId="{8964D205-84EA-4070-8D2E-EFC8A1F8DAAD}" srcId="{DAF7ACB6-80C1-44A8-9ECA-226CEF50B46C}" destId="{AB80751D-7513-4C64-B474-DD0C8B53B0D5}" srcOrd="4" destOrd="0" parTransId="{88B528DC-2E4C-4426-A421-22FBF37A92C9}" sibTransId="{AAE98A26-DC58-4A08-959A-51328EFF3E6E}"/>
    <dgm:cxn modelId="{9C6C7F06-14FD-4627-8088-8E5E0F4DEDD6}" type="presOf" srcId="{4AA55DEF-25C4-48CE-9F49-274ADB7C83BB}" destId="{9EEB1FB6-8F83-47B4-BDF3-E9FF9C70664A}" srcOrd="0" destOrd="0" presId="urn:microsoft.com/office/officeart/2008/layout/HorizontalMultiLevelHierarchy"/>
    <dgm:cxn modelId="{73F2D709-9E02-46C1-8E25-39183CAD0A49}" type="presOf" srcId="{6670FFE1-25B5-4F89-93C1-7740EA3FB32E}" destId="{18CF1A1E-2690-478A-AAB8-2A7881D7D6E2}" srcOrd="0" destOrd="0" presId="urn:microsoft.com/office/officeart/2008/layout/HorizontalMultiLevelHierarchy"/>
    <dgm:cxn modelId="{9B15C614-0D4B-4681-8043-33213AC46432}" srcId="{1459EFEB-0C75-4AE6-8C97-DCAEDF8FF94E}" destId="{DAF7ACB6-80C1-44A8-9ECA-226CEF50B46C}" srcOrd="0" destOrd="0" parTransId="{205C8A13-7FB1-4035-956E-5A2C07323226}" sibTransId="{5999D7BB-A97C-4478-B6B4-5B41809C15F2}"/>
    <dgm:cxn modelId="{EAD75137-7A26-4AC4-8D11-0F7587A81AD4}" type="presOf" srcId="{2DE1FC6B-0029-4280-A206-8D2F8ECBBEA0}" destId="{58E8CBEF-B063-4F13-882A-B84A5AF5FBD8}" srcOrd="0" destOrd="0" presId="urn:microsoft.com/office/officeart/2008/layout/HorizontalMultiLevelHierarchy"/>
    <dgm:cxn modelId="{9B94D43A-CCA3-4DCF-A1E6-ECF45E9101B2}" type="presOf" srcId="{2DE1FC6B-0029-4280-A206-8D2F8ECBBEA0}" destId="{5F29CF47-D150-4576-897D-068AA74717F8}" srcOrd="1" destOrd="0" presId="urn:microsoft.com/office/officeart/2008/layout/HorizontalMultiLevelHierarchy"/>
    <dgm:cxn modelId="{4365785D-F3AA-453C-80A0-83420D5D5BE3}" type="presOf" srcId="{88B528DC-2E4C-4426-A421-22FBF37A92C9}" destId="{0B6B6A4B-EB5C-490A-AE82-A410470EF76C}" srcOrd="1" destOrd="0" presId="urn:microsoft.com/office/officeart/2008/layout/HorizontalMultiLevelHierarchy"/>
    <dgm:cxn modelId="{DE7A6064-6590-4334-9C32-A3C95F7E4E3E}" srcId="{DAF7ACB6-80C1-44A8-9ECA-226CEF50B46C}" destId="{41981F81-99AE-4B21-81D0-0A5124A184E7}" srcOrd="1" destOrd="0" parTransId="{4351016D-3385-43A7-A2F1-CC68A3EFD776}" sibTransId="{13658974-251B-4074-8EA7-135827004075}"/>
    <dgm:cxn modelId="{C4547749-70B9-412B-8AE6-401A66AA10AA}" type="presOf" srcId="{A80AA79A-A82B-4500-9186-2B0E2AEE33E7}" destId="{DC3EF912-FA1D-4573-B5F8-EB6F0A406581}" srcOrd="0" destOrd="0" presId="urn:microsoft.com/office/officeart/2008/layout/HorizontalMultiLevelHierarchy"/>
    <dgm:cxn modelId="{6278C270-D5CD-4289-923F-78C9315C9C8B}" type="presOf" srcId="{41981F81-99AE-4B21-81D0-0A5124A184E7}" destId="{93AFBCA8-851B-469B-BCCF-27D1520D35BF}" srcOrd="0" destOrd="0" presId="urn:microsoft.com/office/officeart/2008/layout/HorizontalMultiLevelHierarchy"/>
    <dgm:cxn modelId="{6578E478-4F47-4E8D-8BE1-49C0B0381674}" type="presOf" srcId="{4AA55DEF-25C4-48CE-9F49-274ADB7C83BB}" destId="{C9CC1AFB-C393-4943-817B-E53CBEEC0366}" srcOrd="1" destOrd="0" presId="urn:microsoft.com/office/officeart/2008/layout/HorizontalMultiLevelHierarchy"/>
    <dgm:cxn modelId="{94361C5A-BADB-482C-BAA1-FDD7FD0F6352}" type="presOf" srcId="{1459EFEB-0C75-4AE6-8C97-DCAEDF8FF94E}" destId="{C4D0894C-9495-4F55-8B80-04A8BB6216C3}" srcOrd="0" destOrd="0" presId="urn:microsoft.com/office/officeart/2008/layout/HorizontalMultiLevelHierarchy"/>
    <dgm:cxn modelId="{37796E5A-A378-48D9-A20B-A230A796CA80}" type="presOf" srcId="{DAF7ACB6-80C1-44A8-9ECA-226CEF50B46C}" destId="{F229AA89-2A0A-43B4-AC6B-C8D9C43F396E}" srcOrd="0" destOrd="0" presId="urn:microsoft.com/office/officeart/2008/layout/HorizontalMultiLevelHierarchy"/>
    <dgm:cxn modelId="{03ADFD87-912A-45B4-A207-F45D60627766}" type="presOf" srcId="{AB80751D-7513-4C64-B474-DD0C8B53B0D5}" destId="{7C3C1F91-A7FF-49E6-98F7-48AA16012607}" srcOrd="0" destOrd="0" presId="urn:microsoft.com/office/officeart/2008/layout/HorizontalMultiLevelHierarchy"/>
    <dgm:cxn modelId="{38256B94-BC23-4D88-994F-20265F5F6EBB}" type="presOf" srcId="{8D24B5FF-E66D-44EE-8BE2-EED7A284F2ED}" destId="{B17F4607-600F-4D0A-BBDA-85CF848ED300}" srcOrd="0" destOrd="0" presId="urn:microsoft.com/office/officeart/2008/layout/HorizontalMultiLevelHierarchy"/>
    <dgm:cxn modelId="{4200C3A4-AF5E-4D17-986A-60963EDBCD98}" srcId="{DAF7ACB6-80C1-44A8-9ECA-226CEF50B46C}" destId="{6670FFE1-25B5-4F89-93C1-7740EA3FB32E}" srcOrd="0" destOrd="0" parTransId="{4AA55DEF-25C4-48CE-9F49-274ADB7C83BB}" sibTransId="{19E58B5C-B626-4FC5-99B9-44A4C09608A9}"/>
    <dgm:cxn modelId="{3B1A71A5-56AF-435C-A6BF-4FE1E837471C}" srcId="{DAF7ACB6-80C1-44A8-9ECA-226CEF50B46C}" destId="{8D24B5FF-E66D-44EE-8BE2-EED7A284F2ED}" srcOrd="2" destOrd="0" parTransId="{2DE1FC6B-0029-4280-A206-8D2F8ECBBEA0}" sibTransId="{4F87005F-D9BE-4926-AE23-1B049DBD5788}"/>
    <dgm:cxn modelId="{D2F2E1D8-3C20-4C71-97F9-B85AE2DF43BE}" srcId="{DAF7ACB6-80C1-44A8-9ECA-226CEF50B46C}" destId="{005FDE3D-F443-47AB-927F-7F6061552BFB}" srcOrd="3" destOrd="0" parTransId="{A80AA79A-A82B-4500-9186-2B0E2AEE33E7}" sibTransId="{FE87BDFE-52F3-4F38-942E-A2FF04F35A30}"/>
    <dgm:cxn modelId="{D4051BD9-9415-4188-88A8-2FC226B16AFB}" type="presOf" srcId="{4351016D-3385-43A7-A2F1-CC68A3EFD776}" destId="{DB1F0E96-1FBC-4EB3-A451-CFE137056178}" srcOrd="1" destOrd="0" presId="urn:microsoft.com/office/officeart/2008/layout/HorizontalMultiLevelHierarchy"/>
    <dgm:cxn modelId="{3508D3DB-A89E-4C04-B5CD-E643EB2AA7A9}" type="presOf" srcId="{A80AA79A-A82B-4500-9186-2B0E2AEE33E7}" destId="{62C15A13-C858-4151-8217-E6742ED414CA}" srcOrd="1" destOrd="0" presId="urn:microsoft.com/office/officeart/2008/layout/HorizontalMultiLevelHierarchy"/>
    <dgm:cxn modelId="{318562ED-C105-46C3-8B4C-0B75E5B0923E}" type="presOf" srcId="{88B528DC-2E4C-4426-A421-22FBF37A92C9}" destId="{996BA3E7-B053-4CA9-BA1E-5FA4B1B30300}" srcOrd="0" destOrd="0" presId="urn:microsoft.com/office/officeart/2008/layout/HorizontalMultiLevelHierarchy"/>
    <dgm:cxn modelId="{7D4900FE-B804-4F81-AB84-9EC39F12FCF6}" type="presOf" srcId="{4351016D-3385-43A7-A2F1-CC68A3EFD776}" destId="{FAB0C162-FC29-4A88-8FFA-E0AEE6D0FF22}" srcOrd="0" destOrd="0" presId="urn:microsoft.com/office/officeart/2008/layout/HorizontalMultiLevelHierarchy"/>
    <dgm:cxn modelId="{A189E0FE-7378-4ED0-951B-DFBF2E8A2538}" type="presOf" srcId="{005FDE3D-F443-47AB-927F-7F6061552BFB}" destId="{2BA0316F-E422-4EB7-BA97-9F9E5C82CDC8}" srcOrd="0" destOrd="0" presId="urn:microsoft.com/office/officeart/2008/layout/HorizontalMultiLevelHierarchy"/>
    <dgm:cxn modelId="{683D7D79-639E-4FC8-A076-BE1DCC9B63DC}" type="presParOf" srcId="{C4D0894C-9495-4F55-8B80-04A8BB6216C3}" destId="{A14EB783-1E40-43D0-8BA3-625E2BED4CA9}" srcOrd="0" destOrd="0" presId="urn:microsoft.com/office/officeart/2008/layout/HorizontalMultiLevelHierarchy"/>
    <dgm:cxn modelId="{1C470D18-3608-4E02-9347-E77B1C0029CC}" type="presParOf" srcId="{A14EB783-1E40-43D0-8BA3-625E2BED4CA9}" destId="{F229AA89-2A0A-43B4-AC6B-C8D9C43F396E}" srcOrd="0" destOrd="0" presId="urn:microsoft.com/office/officeart/2008/layout/HorizontalMultiLevelHierarchy"/>
    <dgm:cxn modelId="{FF5ECF74-6BC7-4285-8FED-6CC999B0A1A5}" type="presParOf" srcId="{A14EB783-1E40-43D0-8BA3-625E2BED4CA9}" destId="{1395EA52-6C6B-4622-A927-5499CF77DA48}" srcOrd="1" destOrd="0" presId="urn:microsoft.com/office/officeart/2008/layout/HorizontalMultiLevelHierarchy"/>
    <dgm:cxn modelId="{0A2593D2-B105-4CCB-8C44-27BCC5CEEC57}" type="presParOf" srcId="{1395EA52-6C6B-4622-A927-5499CF77DA48}" destId="{9EEB1FB6-8F83-47B4-BDF3-E9FF9C70664A}" srcOrd="0" destOrd="0" presId="urn:microsoft.com/office/officeart/2008/layout/HorizontalMultiLevelHierarchy"/>
    <dgm:cxn modelId="{590E41AE-9422-4AF6-BB8E-B6D0FF59E31A}" type="presParOf" srcId="{9EEB1FB6-8F83-47B4-BDF3-E9FF9C70664A}" destId="{C9CC1AFB-C393-4943-817B-E53CBEEC0366}" srcOrd="0" destOrd="0" presId="urn:microsoft.com/office/officeart/2008/layout/HorizontalMultiLevelHierarchy"/>
    <dgm:cxn modelId="{158A97E1-FA15-4167-B739-3517D13D374B}" type="presParOf" srcId="{1395EA52-6C6B-4622-A927-5499CF77DA48}" destId="{5F5C21D1-3FC2-4EED-9CE0-2576A150296D}" srcOrd="1" destOrd="0" presId="urn:microsoft.com/office/officeart/2008/layout/HorizontalMultiLevelHierarchy"/>
    <dgm:cxn modelId="{2AF12DE7-ABE8-4303-88AF-C218FA975A1D}" type="presParOf" srcId="{5F5C21D1-3FC2-4EED-9CE0-2576A150296D}" destId="{18CF1A1E-2690-478A-AAB8-2A7881D7D6E2}" srcOrd="0" destOrd="0" presId="urn:microsoft.com/office/officeart/2008/layout/HorizontalMultiLevelHierarchy"/>
    <dgm:cxn modelId="{8B073315-0DF4-4864-96C5-11EB0FCDD73B}" type="presParOf" srcId="{5F5C21D1-3FC2-4EED-9CE0-2576A150296D}" destId="{B7F90D36-B898-4F03-A1DD-233117B4486C}" srcOrd="1" destOrd="0" presId="urn:microsoft.com/office/officeart/2008/layout/HorizontalMultiLevelHierarchy"/>
    <dgm:cxn modelId="{21EA5EBF-A494-4413-BEC8-FA16CBF85690}" type="presParOf" srcId="{1395EA52-6C6B-4622-A927-5499CF77DA48}" destId="{FAB0C162-FC29-4A88-8FFA-E0AEE6D0FF22}" srcOrd="2" destOrd="0" presId="urn:microsoft.com/office/officeart/2008/layout/HorizontalMultiLevelHierarchy"/>
    <dgm:cxn modelId="{023E8385-5219-4FF0-AE4D-9CCEA17796A3}" type="presParOf" srcId="{FAB0C162-FC29-4A88-8FFA-E0AEE6D0FF22}" destId="{DB1F0E96-1FBC-4EB3-A451-CFE137056178}" srcOrd="0" destOrd="0" presId="urn:microsoft.com/office/officeart/2008/layout/HorizontalMultiLevelHierarchy"/>
    <dgm:cxn modelId="{79288661-2217-434D-A937-F172366B244B}" type="presParOf" srcId="{1395EA52-6C6B-4622-A927-5499CF77DA48}" destId="{11A5381C-BEDB-4120-A53A-79836F8FD6B7}" srcOrd="3" destOrd="0" presId="urn:microsoft.com/office/officeart/2008/layout/HorizontalMultiLevelHierarchy"/>
    <dgm:cxn modelId="{B4DB6569-7768-4DD2-97C6-1647C1A04FAD}" type="presParOf" srcId="{11A5381C-BEDB-4120-A53A-79836F8FD6B7}" destId="{93AFBCA8-851B-469B-BCCF-27D1520D35BF}" srcOrd="0" destOrd="0" presId="urn:microsoft.com/office/officeart/2008/layout/HorizontalMultiLevelHierarchy"/>
    <dgm:cxn modelId="{451D5285-9279-49A3-B162-9F44EF0FA386}" type="presParOf" srcId="{11A5381C-BEDB-4120-A53A-79836F8FD6B7}" destId="{CB902634-14E7-4526-8FEB-2E7C7386B2F3}" srcOrd="1" destOrd="0" presId="urn:microsoft.com/office/officeart/2008/layout/HorizontalMultiLevelHierarchy"/>
    <dgm:cxn modelId="{080DAC39-0CAE-4951-BA8D-DE44CE89CFDF}" type="presParOf" srcId="{1395EA52-6C6B-4622-A927-5499CF77DA48}" destId="{58E8CBEF-B063-4F13-882A-B84A5AF5FBD8}" srcOrd="4" destOrd="0" presId="urn:microsoft.com/office/officeart/2008/layout/HorizontalMultiLevelHierarchy"/>
    <dgm:cxn modelId="{A5B97E02-AFF3-419B-9118-079A35EE1D4D}" type="presParOf" srcId="{58E8CBEF-B063-4F13-882A-B84A5AF5FBD8}" destId="{5F29CF47-D150-4576-897D-068AA74717F8}" srcOrd="0" destOrd="0" presId="urn:microsoft.com/office/officeart/2008/layout/HorizontalMultiLevelHierarchy"/>
    <dgm:cxn modelId="{78C090A5-5D80-4197-B814-4435A3FDC39B}" type="presParOf" srcId="{1395EA52-6C6B-4622-A927-5499CF77DA48}" destId="{960E7046-4F7B-4612-8509-CBDAD0330495}" srcOrd="5" destOrd="0" presId="urn:microsoft.com/office/officeart/2008/layout/HorizontalMultiLevelHierarchy"/>
    <dgm:cxn modelId="{3223D2B5-248A-452E-9A1E-1136734DD19E}" type="presParOf" srcId="{960E7046-4F7B-4612-8509-CBDAD0330495}" destId="{B17F4607-600F-4D0A-BBDA-85CF848ED300}" srcOrd="0" destOrd="0" presId="urn:microsoft.com/office/officeart/2008/layout/HorizontalMultiLevelHierarchy"/>
    <dgm:cxn modelId="{4C9352CD-9BC5-4B35-BBC8-068BC13001E6}" type="presParOf" srcId="{960E7046-4F7B-4612-8509-CBDAD0330495}" destId="{4818CA45-C3C2-4C43-827B-434EABBF9254}" srcOrd="1" destOrd="0" presId="urn:microsoft.com/office/officeart/2008/layout/HorizontalMultiLevelHierarchy"/>
    <dgm:cxn modelId="{D5D4C668-A571-4EF2-8B25-8E3A408B2AD9}" type="presParOf" srcId="{1395EA52-6C6B-4622-A927-5499CF77DA48}" destId="{DC3EF912-FA1D-4573-B5F8-EB6F0A406581}" srcOrd="6" destOrd="0" presId="urn:microsoft.com/office/officeart/2008/layout/HorizontalMultiLevelHierarchy"/>
    <dgm:cxn modelId="{BF54D9E5-B124-4CB7-B50B-1DB21249220F}" type="presParOf" srcId="{DC3EF912-FA1D-4573-B5F8-EB6F0A406581}" destId="{62C15A13-C858-4151-8217-E6742ED414CA}" srcOrd="0" destOrd="0" presId="urn:microsoft.com/office/officeart/2008/layout/HorizontalMultiLevelHierarchy"/>
    <dgm:cxn modelId="{9F9E131D-EC41-45DE-AEF9-C7A4ABE6BE63}" type="presParOf" srcId="{1395EA52-6C6B-4622-A927-5499CF77DA48}" destId="{026794B3-9A22-44D5-A159-975B4C9955F5}" srcOrd="7" destOrd="0" presId="urn:microsoft.com/office/officeart/2008/layout/HorizontalMultiLevelHierarchy"/>
    <dgm:cxn modelId="{4C54001D-F249-4B21-B3ED-28775E20938C}" type="presParOf" srcId="{026794B3-9A22-44D5-A159-975B4C9955F5}" destId="{2BA0316F-E422-4EB7-BA97-9F9E5C82CDC8}" srcOrd="0" destOrd="0" presId="urn:microsoft.com/office/officeart/2008/layout/HorizontalMultiLevelHierarchy"/>
    <dgm:cxn modelId="{755289EE-39FA-4AEB-86A6-38B96B0D914C}" type="presParOf" srcId="{026794B3-9A22-44D5-A159-975B4C9955F5}" destId="{2F2263E9-5DE9-4166-9950-F3C8E990936A}" srcOrd="1" destOrd="0" presId="urn:microsoft.com/office/officeart/2008/layout/HorizontalMultiLevelHierarchy"/>
    <dgm:cxn modelId="{EAB6E29B-D872-4137-81F5-0A393955B8D9}" type="presParOf" srcId="{1395EA52-6C6B-4622-A927-5499CF77DA48}" destId="{996BA3E7-B053-4CA9-BA1E-5FA4B1B30300}" srcOrd="8" destOrd="0" presId="urn:microsoft.com/office/officeart/2008/layout/HorizontalMultiLevelHierarchy"/>
    <dgm:cxn modelId="{EA06599C-67C3-48F3-A079-92EF659A10DA}" type="presParOf" srcId="{996BA3E7-B053-4CA9-BA1E-5FA4B1B30300}" destId="{0B6B6A4B-EB5C-490A-AE82-A410470EF76C}" srcOrd="0" destOrd="0" presId="urn:microsoft.com/office/officeart/2008/layout/HorizontalMultiLevelHierarchy"/>
    <dgm:cxn modelId="{48D5A827-EE0E-447E-9320-3C4D3823AFDF}" type="presParOf" srcId="{1395EA52-6C6B-4622-A927-5499CF77DA48}" destId="{47912037-6EE4-43E5-A507-9CD2B6B13122}" srcOrd="9" destOrd="0" presId="urn:microsoft.com/office/officeart/2008/layout/HorizontalMultiLevelHierarchy"/>
    <dgm:cxn modelId="{52C14227-A26C-4A93-A07D-BC00FDD8B811}" type="presParOf" srcId="{47912037-6EE4-43E5-A507-9CD2B6B13122}" destId="{7C3C1F91-A7FF-49E6-98F7-48AA16012607}" srcOrd="0" destOrd="0" presId="urn:microsoft.com/office/officeart/2008/layout/HorizontalMultiLevelHierarchy"/>
    <dgm:cxn modelId="{662E713D-46E1-47B6-95E8-6FACD90BE271}" type="presParOf" srcId="{47912037-6EE4-43E5-A507-9CD2B6B13122}" destId="{CC022FDF-C860-4614-8BFC-C1B5C9514ED7}"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E0E3AA-7910-4E72-9897-60A26C12BC68}" type="doc">
      <dgm:prSet loTypeId="urn:microsoft.com/office/officeart/2011/layout/RadialPictureList" loCatId="picture" qsTypeId="urn:microsoft.com/office/officeart/2005/8/quickstyle/simple1" qsCatId="simple" csTypeId="urn:microsoft.com/office/officeart/2005/8/colors/accent1_2" csCatId="accent1" phldr="1"/>
      <dgm:spPr/>
      <dgm:t>
        <a:bodyPr/>
        <a:lstStyle/>
        <a:p>
          <a:endParaRPr lang="en-US"/>
        </a:p>
      </dgm:t>
    </dgm:pt>
    <dgm:pt modelId="{D3672E25-2DEA-43FE-A717-B1CCB083FF84}">
      <dgm:prSet phldrT="[Text]"/>
      <dgm:spPr/>
      <dgm:t>
        <a:bodyPr/>
        <a:lstStyle/>
        <a:p>
          <a:r>
            <a:rPr lang="en-US" dirty="0"/>
            <a:t>Judges</a:t>
          </a:r>
        </a:p>
      </dgm:t>
    </dgm:pt>
    <dgm:pt modelId="{3D3F4FA2-B6E5-4E13-ABE3-6A2E49F17223}" type="parTrans" cxnId="{036032E7-E137-4AA8-8DFC-31D2856170C2}">
      <dgm:prSet/>
      <dgm:spPr/>
      <dgm:t>
        <a:bodyPr/>
        <a:lstStyle/>
        <a:p>
          <a:endParaRPr lang="en-US"/>
        </a:p>
      </dgm:t>
    </dgm:pt>
    <dgm:pt modelId="{6DEC9BC1-8067-4FE4-8C12-FAEE3441EB89}" type="sibTrans" cxnId="{036032E7-E137-4AA8-8DFC-31D2856170C2}">
      <dgm:prSet/>
      <dgm:spPr/>
      <dgm:t>
        <a:bodyPr/>
        <a:lstStyle/>
        <a:p>
          <a:endParaRPr lang="en-US"/>
        </a:p>
      </dgm:t>
    </dgm:pt>
    <dgm:pt modelId="{E97ED596-8A84-4D44-A8FD-CA7E18E5CDB6}">
      <dgm:prSet phldrT="[Text]"/>
      <dgm:spPr/>
      <dgm:t>
        <a:bodyPr/>
        <a:lstStyle/>
        <a:p>
          <a:r>
            <a:rPr lang="en-US" dirty="0"/>
            <a:t>Justice SA </a:t>
          </a:r>
          <a:r>
            <a:rPr lang="en-US" dirty="0" err="1"/>
            <a:t>Rahman</a:t>
          </a:r>
          <a:r>
            <a:rPr lang="en-US" dirty="0"/>
            <a:t> was a non-</a:t>
          </a:r>
          <a:r>
            <a:rPr lang="en-US" dirty="0" err="1"/>
            <a:t>bengali</a:t>
          </a:r>
          <a:r>
            <a:rPr lang="en-US" dirty="0"/>
            <a:t> and was the chair</a:t>
          </a:r>
        </a:p>
      </dgm:t>
    </dgm:pt>
    <dgm:pt modelId="{9F63CF2C-3BD7-4DD8-A020-648CFBA7DA93}" type="parTrans" cxnId="{A67267FE-BD82-4E93-89FA-0EDCC93C91B5}">
      <dgm:prSet/>
      <dgm:spPr/>
      <dgm:t>
        <a:bodyPr/>
        <a:lstStyle/>
        <a:p>
          <a:endParaRPr lang="en-US"/>
        </a:p>
      </dgm:t>
    </dgm:pt>
    <dgm:pt modelId="{DEF0D407-F850-4B0B-8B2E-6BB2C63E4911}" type="sibTrans" cxnId="{A67267FE-BD82-4E93-89FA-0EDCC93C91B5}">
      <dgm:prSet/>
      <dgm:spPr/>
      <dgm:t>
        <a:bodyPr/>
        <a:lstStyle/>
        <a:p>
          <a:endParaRPr lang="en-US"/>
        </a:p>
      </dgm:t>
    </dgm:pt>
    <dgm:pt modelId="{C94D8274-1A0E-4E53-910A-56BEE6473E85}">
      <dgm:prSet phldrT="[Text]"/>
      <dgm:spPr/>
      <dgm:t>
        <a:bodyPr/>
        <a:lstStyle/>
        <a:p>
          <a:r>
            <a:rPr lang="en-US" dirty="0"/>
            <a:t>MR Khan, Bengali judge</a:t>
          </a:r>
        </a:p>
      </dgm:t>
    </dgm:pt>
    <dgm:pt modelId="{CE3BBE6A-E92A-4D18-BDA0-A0698A6C8E4E}" type="parTrans" cxnId="{BAFE2B83-8AFE-441F-B94D-4789FBAFE41A}">
      <dgm:prSet/>
      <dgm:spPr/>
      <dgm:t>
        <a:bodyPr/>
        <a:lstStyle/>
        <a:p>
          <a:endParaRPr lang="en-US"/>
        </a:p>
      </dgm:t>
    </dgm:pt>
    <dgm:pt modelId="{585C2F90-FB3C-470E-A049-50AE78B785C9}" type="sibTrans" cxnId="{BAFE2B83-8AFE-441F-B94D-4789FBAFE41A}">
      <dgm:prSet/>
      <dgm:spPr/>
      <dgm:t>
        <a:bodyPr/>
        <a:lstStyle/>
        <a:p>
          <a:endParaRPr lang="en-US"/>
        </a:p>
      </dgm:t>
    </dgm:pt>
    <dgm:pt modelId="{C8781AEF-52CB-4414-91C9-984E27427A98}">
      <dgm:prSet phldrT="[Text]"/>
      <dgm:spPr/>
      <dgm:t>
        <a:bodyPr/>
        <a:lstStyle/>
        <a:p>
          <a:r>
            <a:rPr lang="en-US" dirty="0" err="1"/>
            <a:t>Maksumul</a:t>
          </a:r>
          <a:r>
            <a:rPr lang="en-US" dirty="0"/>
            <a:t> Hakim, Bengali</a:t>
          </a:r>
        </a:p>
      </dgm:t>
    </dgm:pt>
    <dgm:pt modelId="{920E2C16-949C-498C-9C0C-5704C1651BBE}" type="parTrans" cxnId="{5999D91F-42AE-44EF-A62E-2405114CA2D8}">
      <dgm:prSet/>
      <dgm:spPr/>
      <dgm:t>
        <a:bodyPr/>
        <a:lstStyle/>
        <a:p>
          <a:endParaRPr lang="en-US"/>
        </a:p>
      </dgm:t>
    </dgm:pt>
    <dgm:pt modelId="{FA948603-899D-475B-A129-0D283D827A42}" type="sibTrans" cxnId="{5999D91F-42AE-44EF-A62E-2405114CA2D8}">
      <dgm:prSet/>
      <dgm:spPr/>
      <dgm:t>
        <a:bodyPr/>
        <a:lstStyle/>
        <a:p>
          <a:endParaRPr lang="en-US"/>
        </a:p>
      </dgm:t>
    </dgm:pt>
    <dgm:pt modelId="{49CD803D-F66C-4B2B-9EE1-E1E804656F12}">
      <dgm:prSet/>
      <dgm:spPr/>
      <dgm:t>
        <a:bodyPr/>
        <a:lstStyle/>
        <a:p>
          <a:endParaRPr lang="en-US"/>
        </a:p>
      </dgm:t>
    </dgm:pt>
    <dgm:pt modelId="{BF8B9A3F-F13C-4677-BDEF-789CD6DB12AD}" type="parTrans" cxnId="{AFA69987-EA17-4FCE-A9FF-6DB3B7E76BCA}">
      <dgm:prSet/>
      <dgm:spPr/>
      <dgm:t>
        <a:bodyPr/>
        <a:lstStyle/>
        <a:p>
          <a:endParaRPr lang="en-US"/>
        </a:p>
      </dgm:t>
    </dgm:pt>
    <dgm:pt modelId="{D05B305E-22A7-4090-AC3F-821AC6371C36}" type="sibTrans" cxnId="{AFA69987-EA17-4FCE-A9FF-6DB3B7E76BCA}">
      <dgm:prSet/>
      <dgm:spPr/>
      <dgm:t>
        <a:bodyPr/>
        <a:lstStyle/>
        <a:p>
          <a:endParaRPr lang="en-US"/>
        </a:p>
      </dgm:t>
    </dgm:pt>
    <dgm:pt modelId="{B65EE19D-473A-4069-9719-C2D861BEB09B}">
      <dgm:prSet/>
      <dgm:spPr/>
      <dgm:t>
        <a:bodyPr/>
        <a:lstStyle/>
        <a:p>
          <a:endParaRPr lang="en-US"/>
        </a:p>
      </dgm:t>
    </dgm:pt>
    <dgm:pt modelId="{DF695369-BA94-4AAD-9E9A-4C5BC7AB0FCE}" type="parTrans" cxnId="{7FABD09C-0EC2-4AB4-A87F-A4FFF14BBF10}">
      <dgm:prSet/>
      <dgm:spPr/>
      <dgm:t>
        <a:bodyPr/>
        <a:lstStyle/>
        <a:p>
          <a:endParaRPr lang="en-US"/>
        </a:p>
      </dgm:t>
    </dgm:pt>
    <dgm:pt modelId="{9BED9B3F-D48B-408D-A260-1A691E189459}" type="sibTrans" cxnId="{7FABD09C-0EC2-4AB4-A87F-A4FFF14BBF10}">
      <dgm:prSet/>
      <dgm:spPr/>
      <dgm:t>
        <a:bodyPr/>
        <a:lstStyle/>
        <a:p>
          <a:endParaRPr lang="en-US"/>
        </a:p>
      </dgm:t>
    </dgm:pt>
    <dgm:pt modelId="{8B1AF441-CBFF-4133-B135-9696811E06F0}" type="pres">
      <dgm:prSet presAssocID="{86E0E3AA-7910-4E72-9897-60A26C12BC68}" presName="Name0" presStyleCnt="0">
        <dgm:presLayoutVars>
          <dgm:chMax val="1"/>
          <dgm:chPref val="1"/>
          <dgm:dir/>
          <dgm:resizeHandles/>
        </dgm:presLayoutVars>
      </dgm:prSet>
      <dgm:spPr/>
    </dgm:pt>
    <dgm:pt modelId="{77611EAE-546A-4237-9983-F1E7D5D384E5}" type="pres">
      <dgm:prSet presAssocID="{D3672E25-2DEA-43FE-A717-B1CCB083FF84}" presName="Parent" presStyleLbl="node1" presStyleIdx="0" presStyleCnt="2">
        <dgm:presLayoutVars>
          <dgm:chMax val="4"/>
          <dgm:chPref val="3"/>
        </dgm:presLayoutVars>
      </dgm:prSet>
      <dgm:spPr/>
    </dgm:pt>
    <dgm:pt modelId="{FB18FD3D-50D9-4BB4-B264-3DB69E067DA6}" type="pres">
      <dgm:prSet presAssocID="{E97ED596-8A84-4D44-A8FD-CA7E18E5CDB6}" presName="Accent" presStyleLbl="node1" presStyleIdx="1" presStyleCnt="2"/>
      <dgm:spPr/>
    </dgm:pt>
    <dgm:pt modelId="{777A852C-311F-45CE-A833-1FB994EA5B72}" type="pres">
      <dgm:prSet presAssocID="{E97ED596-8A84-4D44-A8FD-CA7E18E5CDB6}" presName="Image1" presStyleLbl="fgImgPlac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7000" b="-7000"/>
          </a:stretch>
        </a:blipFill>
      </dgm:spPr>
    </dgm:pt>
    <dgm:pt modelId="{CAA49B29-267A-4132-A352-5779CF80FFCD}" type="pres">
      <dgm:prSet presAssocID="{E97ED596-8A84-4D44-A8FD-CA7E18E5CDB6}" presName="Child1" presStyleLbl="revTx" presStyleIdx="0" presStyleCnt="3" custScaleX="245375" custLinFactNeighborX="90828" custLinFactNeighborY="-5093">
        <dgm:presLayoutVars>
          <dgm:chMax val="0"/>
          <dgm:chPref val="0"/>
          <dgm:bulletEnabled val="1"/>
        </dgm:presLayoutVars>
      </dgm:prSet>
      <dgm:spPr/>
    </dgm:pt>
    <dgm:pt modelId="{76CB336D-B949-4818-AFA2-8C69A1473E13}" type="pres">
      <dgm:prSet presAssocID="{C94D8274-1A0E-4E53-910A-56BEE6473E85}" presName="Image2" presStyleCnt="0"/>
      <dgm:spPr/>
    </dgm:pt>
    <dgm:pt modelId="{A5A1908F-C47A-460E-8A3D-D66D45017686}" type="pres">
      <dgm:prSet presAssocID="{C94D8274-1A0E-4E53-910A-56BEE6473E85}" presName="Image" presStyleLbl="fgImgPlace1" presStyleIdx="1" presStyleCnt="3" custLinFactNeighborX="5806" custLinFactNeighborY="-221"/>
      <dgm:spPr/>
    </dgm:pt>
    <dgm:pt modelId="{1C534F13-814C-4181-B33A-1F5FD04E9512}" type="pres">
      <dgm:prSet presAssocID="{C94D8274-1A0E-4E53-910A-56BEE6473E85}" presName="Child2" presStyleLbl="revTx" presStyleIdx="1" presStyleCnt="3" custScaleX="206203" custLinFactNeighborX="57741" custLinFactNeighborY="-1687">
        <dgm:presLayoutVars>
          <dgm:chMax val="0"/>
          <dgm:chPref val="0"/>
          <dgm:bulletEnabled val="1"/>
        </dgm:presLayoutVars>
      </dgm:prSet>
      <dgm:spPr/>
    </dgm:pt>
    <dgm:pt modelId="{5F81D28C-DAF6-44FB-BE75-19D12C445B27}" type="pres">
      <dgm:prSet presAssocID="{C8781AEF-52CB-4414-91C9-984E27427A98}" presName="Image3" presStyleCnt="0"/>
      <dgm:spPr/>
    </dgm:pt>
    <dgm:pt modelId="{7A375788-1C42-4E0B-8E1B-98E6F0907530}" type="pres">
      <dgm:prSet presAssocID="{C8781AEF-52CB-4414-91C9-984E27427A98}" presName="Image" presStyleLbl="fgImgPlace1" presStyleIdx="2"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6000" b="-16000"/>
          </a:stretch>
        </a:blipFill>
      </dgm:spPr>
    </dgm:pt>
    <dgm:pt modelId="{9FB0ED1E-4A9C-46FE-81CF-EFF1724B8B6C}" type="pres">
      <dgm:prSet presAssocID="{C8781AEF-52CB-4414-91C9-984E27427A98}" presName="Child3" presStyleLbl="revTx" presStyleIdx="2" presStyleCnt="3" custScaleX="224760" custLinFactNeighborX="71167" custLinFactNeighborY="-794">
        <dgm:presLayoutVars>
          <dgm:chMax val="0"/>
          <dgm:chPref val="0"/>
          <dgm:bulletEnabled val="1"/>
        </dgm:presLayoutVars>
      </dgm:prSet>
      <dgm:spPr/>
    </dgm:pt>
  </dgm:ptLst>
  <dgm:cxnLst>
    <dgm:cxn modelId="{5999D91F-42AE-44EF-A62E-2405114CA2D8}" srcId="{D3672E25-2DEA-43FE-A717-B1CCB083FF84}" destId="{C8781AEF-52CB-4414-91C9-984E27427A98}" srcOrd="2" destOrd="0" parTransId="{920E2C16-949C-498C-9C0C-5704C1651BBE}" sibTransId="{FA948603-899D-475B-A129-0D283D827A42}"/>
    <dgm:cxn modelId="{42096868-83C4-461F-89E0-EED2A321BB51}" type="presOf" srcId="{C8781AEF-52CB-4414-91C9-984E27427A98}" destId="{9FB0ED1E-4A9C-46FE-81CF-EFF1724B8B6C}" srcOrd="0" destOrd="0" presId="urn:microsoft.com/office/officeart/2011/layout/RadialPictureList"/>
    <dgm:cxn modelId="{8D70B94C-775C-41AE-B843-6BA035A1BDCA}" type="presOf" srcId="{D3672E25-2DEA-43FE-A717-B1CCB083FF84}" destId="{77611EAE-546A-4237-9983-F1E7D5D384E5}" srcOrd="0" destOrd="0" presId="urn:microsoft.com/office/officeart/2011/layout/RadialPictureList"/>
    <dgm:cxn modelId="{23612581-495C-4798-B2CA-DB6D78F08F3D}" type="presOf" srcId="{86E0E3AA-7910-4E72-9897-60A26C12BC68}" destId="{8B1AF441-CBFF-4133-B135-9696811E06F0}" srcOrd="0" destOrd="0" presId="urn:microsoft.com/office/officeart/2011/layout/RadialPictureList"/>
    <dgm:cxn modelId="{BAFE2B83-8AFE-441F-B94D-4789FBAFE41A}" srcId="{D3672E25-2DEA-43FE-A717-B1CCB083FF84}" destId="{C94D8274-1A0E-4E53-910A-56BEE6473E85}" srcOrd="1" destOrd="0" parTransId="{CE3BBE6A-E92A-4D18-BDA0-A0698A6C8E4E}" sibTransId="{585C2F90-FB3C-470E-A049-50AE78B785C9}"/>
    <dgm:cxn modelId="{AFA69987-EA17-4FCE-A9FF-6DB3B7E76BCA}" srcId="{86E0E3AA-7910-4E72-9897-60A26C12BC68}" destId="{49CD803D-F66C-4B2B-9EE1-E1E804656F12}" srcOrd="1" destOrd="0" parTransId="{BF8B9A3F-F13C-4677-BDEF-789CD6DB12AD}" sibTransId="{D05B305E-22A7-4090-AC3F-821AC6371C36}"/>
    <dgm:cxn modelId="{7FABD09C-0EC2-4AB4-A87F-A4FFF14BBF10}" srcId="{86E0E3AA-7910-4E72-9897-60A26C12BC68}" destId="{B65EE19D-473A-4069-9719-C2D861BEB09B}" srcOrd="2" destOrd="0" parTransId="{DF695369-BA94-4AAD-9E9A-4C5BC7AB0FCE}" sibTransId="{9BED9B3F-D48B-408D-A260-1A691E189459}"/>
    <dgm:cxn modelId="{E8ED7CD8-4A4D-4056-859E-B7C7DF0935BE}" type="presOf" srcId="{E97ED596-8A84-4D44-A8FD-CA7E18E5CDB6}" destId="{CAA49B29-267A-4132-A352-5779CF80FFCD}" srcOrd="0" destOrd="0" presId="urn:microsoft.com/office/officeart/2011/layout/RadialPictureList"/>
    <dgm:cxn modelId="{FA2964DB-7EC6-4930-8A56-F72FC3E94995}" type="presOf" srcId="{C94D8274-1A0E-4E53-910A-56BEE6473E85}" destId="{1C534F13-814C-4181-B33A-1F5FD04E9512}" srcOrd="0" destOrd="0" presId="urn:microsoft.com/office/officeart/2011/layout/RadialPictureList"/>
    <dgm:cxn modelId="{036032E7-E137-4AA8-8DFC-31D2856170C2}" srcId="{86E0E3AA-7910-4E72-9897-60A26C12BC68}" destId="{D3672E25-2DEA-43FE-A717-B1CCB083FF84}" srcOrd="0" destOrd="0" parTransId="{3D3F4FA2-B6E5-4E13-ABE3-6A2E49F17223}" sibTransId="{6DEC9BC1-8067-4FE4-8C12-FAEE3441EB89}"/>
    <dgm:cxn modelId="{A67267FE-BD82-4E93-89FA-0EDCC93C91B5}" srcId="{D3672E25-2DEA-43FE-A717-B1CCB083FF84}" destId="{E97ED596-8A84-4D44-A8FD-CA7E18E5CDB6}" srcOrd="0" destOrd="0" parTransId="{9F63CF2C-3BD7-4DD8-A020-648CFBA7DA93}" sibTransId="{DEF0D407-F850-4B0B-8B2E-6BB2C63E4911}"/>
    <dgm:cxn modelId="{6CF16D47-BE3D-405B-9B51-D26B22AA23BE}" type="presParOf" srcId="{8B1AF441-CBFF-4133-B135-9696811E06F0}" destId="{77611EAE-546A-4237-9983-F1E7D5D384E5}" srcOrd="0" destOrd="0" presId="urn:microsoft.com/office/officeart/2011/layout/RadialPictureList"/>
    <dgm:cxn modelId="{BE279F05-D567-48DA-B5AA-C4BB6D087AFC}" type="presParOf" srcId="{8B1AF441-CBFF-4133-B135-9696811E06F0}" destId="{FB18FD3D-50D9-4BB4-B264-3DB69E067DA6}" srcOrd="1" destOrd="0" presId="urn:microsoft.com/office/officeart/2011/layout/RadialPictureList"/>
    <dgm:cxn modelId="{707C9E30-0E6F-4493-87E9-40209B671B1E}" type="presParOf" srcId="{8B1AF441-CBFF-4133-B135-9696811E06F0}" destId="{777A852C-311F-45CE-A833-1FB994EA5B72}" srcOrd="2" destOrd="0" presId="urn:microsoft.com/office/officeart/2011/layout/RadialPictureList"/>
    <dgm:cxn modelId="{3A9A1DCA-E0E3-497A-850E-3ACB829004AB}" type="presParOf" srcId="{8B1AF441-CBFF-4133-B135-9696811E06F0}" destId="{CAA49B29-267A-4132-A352-5779CF80FFCD}" srcOrd="3" destOrd="0" presId="urn:microsoft.com/office/officeart/2011/layout/RadialPictureList"/>
    <dgm:cxn modelId="{1F4B43A1-9F38-4FA2-B364-2C91556DC209}" type="presParOf" srcId="{8B1AF441-CBFF-4133-B135-9696811E06F0}" destId="{76CB336D-B949-4818-AFA2-8C69A1473E13}" srcOrd="4" destOrd="0" presId="urn:microsoft.com/office/officeart/2011/layout/RadialPictureList"/>
    <dgm:cxn modelId="{499C7BE9-1A27-444B-9265-0EF13FF317B7}" type="presParOf" srcId="{76CB336D-B949-4818-AFA2-8C69A1473E13}" destId="{A5A1908F-C47A-460E-8A3D-D66D45017686}" srcOrd="0" destOrd="0" presId="urn:microsoft.com/office/officeart/2011/layout/RadialPictureList"/>
    <dgm:cxn modelId="{2238279E-603D-4947-979F-997FC66B5A99}" type="presParOf" srcId="{8B1AF441-CBFF-4133-B135-9696811E06F0}" destId="{1C534F13-814C-4181-B33A-1F5FD04E9512}" srcOrd="5" destOrd="0" presId="urn:microsoft.com/office/officeart/2011/layout/RadialPictureList"/>
    <dgm:cxn modelId="{70191C94-A546-4EBB-B56A-3CAAA9B900C5}" type="presParOf" srcId="{8B1AF441-CBFF-4133-B135-9696811E06F0}" destId="{5F81D28C-DAF6-44FB-BE75-19D12C445B27}" srcOrd="6" destOrd="0" presId="urn:microsoft.com/office/officeart/2011/layout/RadialPictureList"/>
    <dgm:cxn modelId="{30E7CB85-2D1C-4485-89DA-065BD34E3530}" type="presParOf" srcId="{5F81D28C-DAF6-44FB-BE75-19D12C445B27}" destId="{7A375788-1C42-4E0B-8E1B-98E6F0907530}" srcOrd="0" destOrd="0" presId="urn:microsoft.com/office/officeart/2011/layout/RadialPictureList"/>
    <dgm:cxn modelId="{F78D8A9C-503F-4C68-9CA6-37B4E747DE48}" type="presParOf" srcId="{8B1AF441-CBFF-4133-B135-9696811E06F0}" destId="{9FB0ED1E-4A9C-46FE-81CF-EFF1724B8B6C}" srcOrd="7" destOrd="0" presId="urn:microsoft.com/office/officeart/2011/layout/Radial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52C84A-2231-4C55-9362-73677EF2F4B5}" type="doc">
      <dgm:prSet loTypeId="urn:microsoft.com/office/officeart/2005/8/layout/chevron2" loCatId="list" qsTypeId="urn:microsoft.com/office/officeart/2005/8/quickstyle/simple1" qsCatId="simple" csTypeId="urn:microsoft.com/office/officeart/2005/8/colors/accent3_5" csCatId="accent3" phldr="1"/>
      <dgm:spPr/>
      <dgm:t>
        <a:bodyPr/>
        <a:lstStyle/>
        <a:p>
          <a:endParaRPr lang="en-US"/>
        </a:p>
      </dgm:t>
    </dgm:pt>
    <dgm:pt modelId="{DAFF96D6-9F94-4B99-AC1E-A9FA7B4F7187}">
      <dgm:prSet phldrT="[Text]" phldr="1"/>
      <dgm:spPr/>
      <dgm:t>
        <a:bodyPr/>
        <a:lstStyle/>
        <a:p>
          <a:endParaRPr lang="en-US"/>
        </a:p>
      </dgm:t>
    </dgm:pt>
    <dgm:pt modelId="{FA0E129A-2762-414A-AA2F-08165428B20B}" type="parTrans" cxnId="{896FA02D-BAF3-4AF3-AEDD-E3CC1B6D4B71}">
      <dgm:prSet/>
      <dgm:spPr/>
      <dgm:t>
        <a:bodyPr/>
        <a:lstStyle/>
        <a:p>
          <a:endParaRPr lang="en-US"/>
        </a:p>
      </dgm:t>
    </dgm:pt>
    <dgm:pt modelId="{F6D183E6-F2C6-4E60-A2D3-BC1C6003E62F}" type="sibTrans" cxnId="{896FA02D-BAF3-4AF3-AEDD-E3CC1B6D4B71}">
      <dgm:prSet/>
      <dgm:spPr/>
      <dgm:t>
        <a:bodyPr/>
        <a:lstStyle/>
        <a:p>
          <a:endParaRPr lang="en-US"/>
        </a:p>
      </dgm:t>
    </dgm:pt>
    <dgm:pt modelId="{7430E19A-4B94-4873-91F4-F8FF72CD2EA8}">
      <dgm:prSet phldrT="[Text]"/>
      <dgm:spPr/>
      <dgm:t>
        <a:bodyPr/>
        <a:lstStyle/>
        <a:p>
          <a:r>
            <a:rPr lang="en-US" dirty="0"/>
            <a:t>Instead of general </a:t>
          </a:r>
          <a:r>
            <a:rPr lang="en-US" dirty="0" err="1"/>
            <a:t>Adalat</a:t>
          </a:r>
          <a:r>
            <a:rPr lang="en-US" dirty="0"/>
            <a:t>, a special tribunal will be formed</a:t>
          </a:r>
        </a:p>
      </dgm:t>
    </dgm:pt>
    <dgm:pt modelId="{F2A2B86B-83D1-4D1A-B606-4414B07F49C9}" type="parTrans" cxnId="{83F9FA9D-4ED9-407D-B429-CEC80D6C0249}">
      <dgm:prSet/>
      <dgm:spPr/>
      <dgm:t>
        <a:bodyPr/>
        <a:lstStyle/>
        <a:p>
          <a:endParaRPr lang="en-US"/>
        </a:p>
      </dgm:t>
    </dgm:pt>
    <dgm:pt modelId="{1C8C5BC2-EF21-4618-93B8-63A3A0464B1F}" type="sibTrans" cxnId="{83F9FA9D-4ED9-407D-B429-CEC80D6C0249}">
      <dgm:prSet/>
      <dgm:spPr/>
      <dgm:t>
        <a:bodyPr/>
        <a:lstStyle/>
        <a:p>
          <a:endParaRPr lang="en-US"/>
        </a:p>
      </dgm:t>
    </dgm:pt>
    <dgm:pt modelId="{1CD7F6CF-3696-41F8-AD04-AC44534F35B6}">
      <dgm:prSet phldrT="[Text]"/>
      <dgm:spPr/>
      <dgm:t>
        <a:bodyPr/>
        <a:lstStyle/>
        <a:p>
          <a:r>
            <a:rPr lang="en-US" dirty="0"/>
            <a:t>The special tribunal will be formed consists of one judge of SC (Chairman) and two judges of High Court (Members)</a:t>
          </a:r>
        </a:p>
      </dgm:t>
    </dgm:pt>
    <dgm:pt modelId="{A6F14B51-C87C-423E-A64B-253E164249D6}" type="parTrans" cxnId="{87E574B2-A8EA-4199-AFEA-00DB8219634E}">
      <dgm:prSet/>
      <dgm:spPr/>
      <dgm:t>
        <a:bodyPr/>
        <a:lstStyle/>
        <a:p>
          <a:endParaRPr lang="en-US"/>
        </a:p>
      </dgm:t>
    </dgm:pt>
    <dgm:pt modelId="{8E9E24D9-8F2C-4287-A2EA-74BC5DB69032}" type="sibTrans" cxnId="{87E574B2-A8EA-4199-AFEA-00DB8219634E}">
      <dgm:prSet/>
      <dgm:spPr/>
      <dgm:t>
        <a:bodyPr/>
        <a:lstStyle/>
        <a:p>
          <a:endParaRPr lang="en-US"/>
        </a:p>
      </dgm:t>
    </dgm:pt>
    <dgm:pt modelId="{5CE74EDF-6F78-41CA-9F90-117937FE7581}">
      <dgm:prSet phldrT="[Text]" phldr="1"/>
      <dgm:spPr/>
      <dgm:t>
        <a:bodyPr/>
        <a:lstStyle/>
        <a:p>
          <a:endParaRPr lang="en-US"/>
        </a:p>
      </dgm:t>
    </dgm:pt>
    <dgm:pt modelId="{9BCC3F01-980E-4406-9B62-F4348E24AD48}" type="parTrans" cxnId="{7CCA840E-6F2B-430A-A678-47389F44EC4D}">
      <dgm:prSet/>
      <dgm:spPr/>
      <dgm:t>
        <a:bodyPr/>
        <a:lstStyle/>
        <a:p>
          <a:endParaRPr lang="en-US"/>
        </a:p>
      </dgm:t>
    </dgm:pt>
    <dgm:pt modelId="{87AFDD71-DCE1-4C58-A8A4-5150DB87D6DD}" type="sibTrans" cxnId="{7CCA840E-6F2B-430A-A678-47389F44EC4D}">
      <dgm:prSet/>
      <dgm:spPr/>
      <dgm:t>
        <a:bodyPr/>
        <a:lstStyle/>
        <a:p>
          <a:endParaRPr lang="en-US"/>
        </a:p>
      </dgm:t>
    </dgm:pt>
    <dgm:pt modelId="{B802189A-5DCF-404D-B0E8-D7EE46B06698}">
      <dgm:prSet phldrT="[Text]"/>
      <dgm:spPr/>
      <dgm:t>
        <a:bodyPr/>
        <a:lstStyle/>
        <a:p>
          <a:r>
            <a:rPr lang="en-US" dirty="0"/>
            <a:t>The confessions provided to Police will be considered legal document</a:t>
          </a:r>
        </a:p>
      </dgm:t>
    </dgm:pt>
    <dgm:pt modelId="{D57BA51D-3C62-49FC-B0E5-6DA6463C55BC}" type="parTrans" cxnId="{3CF2461F-BF82-4BB9-B1CD-632AD7BAC600}">
      <dgm:prSet/>
      <dgm:spPr/>
      <dgm:t>
        <a:bodyPr/>
        <a:lstStyle/>
        <a:p>
          <a:endParaRPr lang="en-US"/>
        </a:p>
      </dgm:t>
    </dgm:pt>
    <dgm:pt modelId="{F193B9E5-4105-40C8-BA92-3BB5B027A8FC}" type="sibTrans" cxnId="{3CF2461F-BF82-4BB9-B1CD-632AD7BAC600}">
      <dgm:prSet/>
      <dgm:spPr/>
      <dgm:t>
        <a:bodyPr/>
        <a:lstStyle/>
        <a:p>
          <a:endParaRPr lang="en-US"/>
        </a:p>
      </dgm:t>
    </dgm:pt>
    <dgm:pt modelId="{C020C2BE-1392-4939-A634-0229979E8D21}">
      <dgm:prSet phldrT="[Text]"/>
      <dgm:spPr/>
      <dgm:t>
        <a:bodyPr/>
        <a:lstStyle/>
        <a:p>
          <a:r>
            <a:rPr lang="en-US" dirty="0"/>
            <a:t>No bail will be permissible for the accused people and they will be under the </a:t>
          </a:r>
          <a:r>
            <a:rPr lang="en-US" dirty="0" err="1"/>
            <a:t>millitary</a:t>
          </a:r>
          <a:r>
            <a:rPr lang="en-US" dirty="0"/>
            <a:t> custody</a:t>
          </a:r>
        </a:p>
      </dgm:t>
    </dgm:pt>
    <dgm:pt modelId="{D8BF7D61-CE07-4A73-B319-7C903533EC80}" type="parTrans" cxnId="{0A7F8B7C-0B24-4367-98A2-F3A00B96AFD5}">
      <dgm:prSet/>
      <dgm:spPr/>
      <dgm:t>
        <a:bodyPr/>
        <a:lstStyle/>
        <a:p>
          <a:endParaRPr lang="en-US"/>
        </a:p>
      </dgm:t>
    </dgm:pt>
    <dgm:pt modelId="{8A55ECF1-3E55-40D8-BF9B-47D690C30579}" type="sibTrans" cxnId="{0A7F8B7C-0B24-4367-98A2-F3A00B96AFD5}">
      <dgm:prSet/>
      <dgm:spPr/>
      <dgm:t>
        <a:bodyPr/>
        <a:lstStyle/>
        <a:p>
          <a:endParaRPr lang="en-US"/>
        </a:p>
      </dgm:t>
    </dgm:pt>
    <dgm:pt modelId="{AAC314F2-37ED-4403-B7C2-C4CAEF45DDB8}">
      <dgm:prSet phldrT="[Text]" phldr="1"/>
      <dgm:spPr/>
      <dgm:t>
        <a:bodyPr/>
        <a:lstStyle/>
        <a:p>
          <a:endParaRPr lang="en-US"/>
        </a:p>
      </dgm:t>
    </dgm:pt>
    <dgm:pt modelId="{8D57E083-CF81-48EA-8F53-DA9438296A49}" type="parTrans" cxnId="{643A8EFE-B63F-4DB5-BB72-F6FEBA06D824}">
      <dgm:prSet/>
      <dgm:spPr/>
      <dgm:t>
        <a:bodyPr/>
        <a:lstStyle/>
        <a:p>
          <a:endParaRPr lang="en-US"/>
        </a:p>
      </dgm:t>
    </dgm:pt>
    <dgm:pt modelId="{39EB29CB-D372-44D6-9D5A-FD2C224CD59F}" type="sibTrans" cxnId="{643A8EFE-B63F-4DB5-BB72-F6FEBA06D824}">
      <dgm:prSet/>
      <dgm:spPr/>
      <dgm:t>
        <a:bodyPr/>
        <a:lstStyle/>
        <a:p>
          <a:endParaRPr lang="en-US"/>
        </a:p>
      </dgm:t>
    </dgm:pt>
    <dgm:pt modelId="{D945DAC7-DB15-4E54-BBC5-56387F4051CF}">
      <dgm:prSet phldrT="[Text]"/>
      <dgm:spPr/>
      <dgm:t>
        <a:bodyPr/>
        <a:lstStyle/>
        <a:p>
          <a:r>
            <a:rPr lang="en-US" dirty="0"/>
            <a:t>They will be under the </a:t>
          </a:r>
          <a:r>
            <a:rPr lang="en-US" dirty="0" err="1"/>
            <a:t>millitary</a:t>
          </a:r>
          <a:r>
            <a:rPr lang="en-US" dirty="0"/>
            <a:t> custody</a:t>
          </a:r>
        </a:p>
      </dgm:t>
    </dgm:pt>
    <dgm:pt modelId="{0615736D-2743-4E2F-AE5F-D90C0B8F34B2}" type="parTrans" cxnId="{F5630363-F975-4D4A-B11F-554C03D809E2}">
      <dgm:prSet/>
      <dgm:spPr/>
      <dgm:t>
        <a:bodyPr/>
        <a:lstStyle/>
        <a:p>
          <a:endParaRPr lang="en-US"/>
        </a:p>
      </dgm:t>
    </dgm:pt>
    <dgm:pt modelId="{C1C17E29-A9AD-4266-98B8-A8CD0D56BAF1}" type="sibTrans" cxnId="{F5630363-F975-4D4A-B11F-554C03D809E2}">
      <dgm:prSet/>
      <dgm:spPr/>
      <dgm:t>
        <a:bodyPr/>
        <a:lstStyle/>
        <a:p>
          <a:endParaRPr lang="en-US"/>
        </a:p>
      </dgm:t>
    </dgm:pt>
    <dgm:pt modelId="{FDE35AC7-45E9-48FF-85E3-DE5CA8F7D0BC}">
      <dgm:prSet phldrT="[Text]"/>
      <dgm:spPr/>
      <dgm:t>
        <a:bodyPr/>
        <a:lstStyle/>
        <a:p>
          <a:r>
            <a:rPr lang="en-US" dirty="0"/>
            <a:t>No question will be acceptable about the jurisdiction of the court</a:t>
          </a:r>
        </a:p>
      </dgm:t>
    </dgm:pt>
    <dgm:pt modelId="{204F32F0-091D-48A6-A3C8-28EE37ADDF60}" type="parTrans" cxnId="{644DB057-F741-4AAD-B301-53D4B8F7631D}">
      <dgm:prSet/>
      <dgm:spPr/>
      <dgm:t>
        <a:bodyPr/>
        <a:lstStyle/>
        <a:p>
          <a:endParaRPr lang="en-US"/>
        </a:p>
      </dgm:t>
    </dgm:pt>
    <dgm:pt modelId="{95BE1CE7-528B-4B4D-905A-97ABC2DD070A}" type="sibTrans" cxnId="{644DB057-F741-4AAD-B301-53D4B8F7631D}">
      <dgm:prSet/>
      <dgm:spPr/>
      <dgm:t>
        <a:bodyPr/>
        <a:lstStyle/>
        <a:p>
          <a:endParaRPr lang="en-US"/>
        </a:p>
      </dgm:t>
    </dgm:pt>
    <dgm:pt modelId="{E9FA0F4B-FA82-4DA8-8A5E-112003F612A3}" type="pres">
      <dgm:prSet presAssocID="{5552C84A-2231-4C55-9362-73677EF2F4B5}" presName="linearFlow" presStyleCnt="0">
        <dgm:presLayoutVars>
          <dgm:dir/>
          <dgm:animLvl val="lvl"/>
          <dgm:resizeHandles val="exact"/>
        </dgm:presLayoutVars>
      </dgm:prSet>
      <dgm:spPr/>
    </dgm:pt>
    <dgm:pt modelId="{EAE9A02E-A93A-4883-8C97-9165DAE19C4C}" type="pres">
      <dgm:prSet presAssocID="{DAFF96D6-9F94-4B99-AC1E-A9FA7B4F7187}" presName="composite" presStyleCnt="0"/>
      <dgm:spPr/>
    </dgm:pt>
    <dgm:pt modelId="{DE53C284-0798-4BFE-876C-EDCD8B49E36B}" type="pres">
      <dgm:prSet presAssocID="{DAFF96D6-9F94-4B99-AC1E-A9FA7B4F7187}" presName="parentText" presStyleLbl="alignNode1" presStyleIdx="0" presStyleCnt="3">
        <dgm:presLayoutVars>
          <dgm:chMax val="1"/>
          <dgm:bulletEnabled val="1"/>
        </dgm:presLayoutVars>
      </dgm:prSet>
      <dgm:spPr/>
    </dgm:pt>
    <dgm:pt modelId="{7E23462B-4193-4FB5-A701-BC3DE204A850}" type="pres">
      <dgm:prSet presAssocID="{DAFF96D6-9F94-4B99-AC1E-A9FA7B4F7187}" presName="descendantText" presStyleLbl="alignAcc1" presStyleIdx="0" presStyleCnt="3" custLinFactNeighborX="408" custLinFactNeighborY="-122">
        <dgm:presLayoutVars>
          <dgm:bulletEnabled val="1"/>
        </dgm:presLayoutVars>
      </dgm:prSet>
      <dgm:spPr/>
    </dgm:pt>
    <dgm:pt modelId="{275150C9-1E31-4F84-8428-595F778F033B}" type="pres">
      <dgm:prSet presAssocID="{F6D183E6-F2C6-4E60-A2D3-BC1C6003E62F}" presName="sp" presStyleCnt="0"/>
      <dgm:spPr/>
    </dgm:pt>
    <dgm:pt modelId="{C58021EF-11CA-4F38-B75D-301DC61500AB}" type="pres">
      <dgm:prSet presAssocID="{5CE74EDF-6F78-41CA-9F90-117937FE7581}" presName="composite" presStyleCnt="0"/>
      <dgm:spPr/>
    </dgm:pt>
    <dgm:pt modelId="{6725002A-ABD1-4CC2-93E2-CA5556A1621D}" type="pres">
      <dgm:prSet presAssocID="{5CE74EDF-6F78-41CA-9F90-117937FE7581}" presName="parentText" presStyleLbl="alignNode1" presStyleIdx="1" presStyleCnt="3">
        <dgm:presLayoutVars>
          <dgm:chMax val="1"/>
          <dgm:bulletEnabled val="1"/>
        </dgm:presLayoutVars>
      </dgm:prSet>
      <dgm:spPr/>
    </dgm:pt>
    <dgm:pt modelId="{10E00650-AE9E-4B1B-A251-7965E052C9D2}" type="pres">
      <dgm:prSet presAssocID="{5CE74EDF-6F78-41CA-9F90-117937FE7581}" presName="descendantText" presStyleLbl="alignAcc1" presStyleIdx="1" presStyleCnt="3">
        <dgm:presLayoutVars>
          <dgm:bulletEnabled val="1"/>
        </dgm:presLayoutVars>
      </dgm:prSet>
      <dgm:spPr/>
    </dgm:pt>
    <dgm:pt modelId="{DE77C853-3DB4-46D5-A0C2-580DC758C6F7}" type="pres">
      <dgm:prSet presAssocID="{87AFDD71-DCE1-4C58-A8A4-5150DB87D6DD}" presName="sp" presStyleCnt="0"/>
      <dgm:spPr/>
    </dgm:pt>
    <dgm:pt modelId="{F2B3B906-7A98-4578-A688-C3B52943FBF4}" type="pres">
      <dgm:prSet presAssocID="{AAC314F2-37ED-4403-B7C2-C4CAEF45DDB8}" presName="composite" presStyleCnt="0"/>
      <dgm:spPr/>
    </dgm:pt>
    <dgm:pt modelId="{CE79FB31-C560-4A12-836C-D9766095FA72}" type="pres">
      <dgm:prSet presAssocID="{AAC314F2-37ED-4403-B7C2-C4CAEF45DDB8}" presName="parentText" presStyleLbl="alignNode1" presStyleIdx="2" presStyleCnt="3">
        <dgm:presLayoutVars>
          <dgm:chMax val="1"/>
          <dgm:bulletEnabled val="1"/>
        </dgm:presLayoutVars>
      </dgm:prSet>
      <dgm:spPr/>
    </dgm:pt>
    <dgm:pt modelId="{456AA051-8765-41AB-985F-EA21FCC7F669}" type="pres">
      <dgm:prSet presAssocID="{AAC314F2-37ED-4403-B7C2-C4CAEF45DDB8}" presName="descendantText" presStyleLbl="alignAcc1" presStyleIdx="2" presStyleCnt="3">
        <dgm:presLayoutVars>
          <dgm:bulletEnabled val="1"/>
        </dgm:presLayoutVars>
      </dgm:prSet>
      <dgm:spPr/>
    </dgm:pt>
  </dgm:ptLst>
  <dgm:cxnLst>
    <dgm:cxn modelId="{7CCA840E-6F2B-430A-A678-47389F44EC4D}" srcId="{5552C84A-2231-4C55-9362-73677EF2F4B5}" destId="{5CE74EDF-6F78-41CA-9F90-117937FE7581}" srcOrd="1" destOrd="0" parTransId="{9BCC3F01-980E-4406-9B62-F4348E24AD48}" sibTransId="{87AFDD71-DCE1-4C58-A8A4-5150DB87D6DD}"/>
    <dgm:cxn modelId="{9078621D-6212-474B-8F4E-07DA4528EB91}" type="presOf" srcId="{FDE35AC7-45E9-48FF-85E3-DE5CA8F7D0BC}" destId="{456AA051-8765-41AB-985F-EA21FCC7F669}" srcOrd="0" destOrd="1" presId="urn:microsoft.com/office/officeart/2005/8/layout/chevron2"/>
    <dgm:cxn modelId="{3CF2461F-BF82-4BB9-B1CD-632AD7BAC600}" srcId="{5CE74EDF-6F78-41CA-9F90-117937FE7581}" destId="{B802189A-5DCF-404D-B0E8-D7EE46B06698}" srcOrd="0" destOrd="0" parTransId="{D57BA51D-3C62-49FC-B0E5-6DA6463C55BC}" sibTransId="{F193B9E5-4105-40C8-BA92-3BB5B027A8FC}"/>
    <dgm:cxn modelId="{896FA02D-BAF3-4AF3-AEDD-E3CC1B6D4B71}" srcId="{5552C84A-2231-4C55-9362-73677EF2F4B5}" destId="{DAFF96D6-9F94-4B99-AC1E-A9FA7B4F7187}" srcOrd="0" destOrd="0" parTransId="{FA0E129A-2762-414A-AA2F-08165428B20B}" sibTransId="{F6D183E6-F2C6-4E60-A2D3-BC1C6003E62F}"/>
    <dgm:cxn modelId="{3D126D61-4BE9-4AD4-B03C-24A7DF0D386E}" type="presOf" srcId="{5CE74EDF-6F78-41CA-9F90-117937FE7581}" destId="{6725002A-ABD1-4CC2-93E2-CA5556A1621D}" srcOrd="0" destOrd="0" presId="urn:microsoft.com/office/officeart/2005/8/layout/chevron2"/>
    <dgm:cxn modelId="{F5630363-F975-4D4A-B11F-554C03D809E2}" srcId="{AAC314F2-37ED-4403-B7C2-C4CAEF45DDB8}" destId="{D945DAC7-DB15-4E54-BBC5-56387F4051CF}" srcOrd="0" destOrd="0" parTransId="{0615736D-2743-4E2F-AE5F-D90C0B8F34B2}" sibTransId="{C1C17E29-A9AD-4266-98B8-A8CD0D56BAF1}"/>
    <dgm:cxn modelId="{644DB057-F741-4AAD-B301-53D4B8F7631D}" srcId="{AAC314F2-37ED-4403-B7C2-C4CAEF45DDB8}" destId="{FDE35AC7-45E9-48FF-85E3-DE5CA8F7D0BC}" srcOrd="1" destOrd="0" parTransId="{204F32F0-091D-48A6-A3C8-28EE37ADDF60}" sibTransId="{95BE1CE7-528B-4B4D-905A-97ABC2DD070A}"/>
    <dgm:cxn modelId="{0A7F8B7C-0B24-4367-98A2-F3A00B96AFD5}" srcId="{5CE74EDF-6F78-41CA-9F90-117937FE7581}" destId="{C020C2BE-1392-4939-A634-0229979E8D21}" srcOrd="1" destOrd="0" parTransId="{D8BF7D61-CE07-4A73-B319-7C903533EC80}" sibTransId="{8A55ECF1-3E55-40D8-BF9B-47D690C30579}"/>
    <dgm:cxn modelId="{3FC8E77D-F5F4-40BF-8626-488EDD84FACF}" type="presOf" srcId="{B802189A-5DCF-404D-B0E8-D7EE46B06698}" destId="{10E00650-AE9E-4B1B-A251-7965E052C9D2}" srcOrd="0" destOrd="0" presId="urn:microsoft.com/office/officeart/2005/8/layout/chevron2"/>
    <dgm:cxn modelId="{83F9FA9D-4ED9-407D-B429-CEC80D6C0249}" srcId="{DAFF96D6-9F94-4B99-AC1E-A9FA7B4F7187}" destId="{7430E19A-4B94-4873-91F4-F8FF72CD2EA8}" srcOrd="0" destOrd="0" parTransId="{F2A2B86B-83D1-4D1A-B606-4414B07F49C9}" sibTransId="{1C8C5BC2-EF21-4618-93B8-63A3A0464B1F}"/>
    <dgm:cxn modelId="{97BC039E-5E22-499C-9F55-6404C8A69899}" type="presOf" srcId="{7430E19A-4B94-4873-91F4-F8FF72CD2EA8}" destId="{7E23462B-4193-4FB5-A701-BC3DE204A850}" srcOrd="0" destOrd="0" presId="urn:microsoft.com/office/officeart/2005/8/layout/chevron2"/>
    <dgm:cxn modelId="{4AF5679F-E824-4119-B635-399047D86B76}" type="presOf" srcId="{D945DAC7-DB15-4E54-BBC5-56387F4051CF}" destId="{456AA051-8765-41AB-985F-EA21FCC7F669}" srcOrd="0" destOrd="0" presId="urn:microsoft.com/office/officeart/2005/8/layout/chevron2"/>
    <dgm:cxn modelId="{E5CCA39F-5755-4A94-BBF6-0CC0B03D074F}" type="presOf" srcId="{AAC314F2-37ED-4403-B7C2-C4CAEF45DDB8}" destId="{CE79FB31-C560-4A12-836C-D9766095FA72}" srcOrd="0" destOrd="0" presId="urn:microsoft.com/office/officeart/2005/8/layout/chevron2"/>
    <dgm:cxn modelId="{2BEEE5A0-EF6B-43F2-A45F-95F8C2F5CDF7}" type="presOf" srcId="{5552C84A-2231-4C55-9362-73677EF2F4B5}" destId="{E9FA0F4B-FA82-4DA8-8A5E-112003F612A3}" srcOrd="0" destOrd="0" presId="urn:microsoft.com/office/officeart/2005/8/layout/chevron2"/>
    <dgm:cxn modelId="{87E574B2-A8EA-4199-AFEA-00DB8219634E}" srcId="{DAFF96D6-9F94-4B99-AC1E-A9FA7B4F7187}" destId="{1CD7F6CF-3696-41F8-AD04-AC44534F35B6}" srcOrd="1" destOrd="0" parTransId="{A6F14B51-C87C-423E-A64B-253E164249D6}" sibTransId="{8E9E24D9-8F2C-4287-A2EA-74BC5DB69032}"/>
    <dgm:cxn modelId="{133235B8-D2E2-412A-A931-F86F8C205396}" type="presOf" srcId="{C020C2BE-1392-4939-A634-0229979E8D21}" destId="{10E00650-AE9E-4B1B-A251-7965E052C9D2}" srcOrd="0" destOrd="1" presId="urn:microsoft.com/office/officeart/2005/8/layout/chevron2"/>
    <dgm:cxn modelId="{B9A591D4-44B1-42DA-A637-FDEA41FBFA25}" type="presOf" srcId="{DAFF96D6-9F94-4B99-AC1E-A9FA7B4F7187}" destId="{DE53C284-0798-4BFE-876C-EDCD8B49E36B}" srcOrd="0" destOrd="0" presId="urn:microsoft.com/office/officeart/2005/8/layout/chevron2"/>
    <dgm:cxn modelId="{BF6892ED-B886-462B-978A-D9EEBEB28F27}" type="presOf" srcId="{1CD7F6CF-3696-41F8-AD04-AC44534F35B6}" destId="{7E23462B-4193-4FB5-A701-BC3DE204A850}" srcOrd="0" destOrd="1" presId="urn:microsoft.com/office/officeart/2005/8/layout/chevron2"/>
    <dgm:cxn modelId="{643A8EFE-B63F-4DB5-BB72-F6FEBA06D824}" srcId="{5552C84A-2231-4C55-9362-73677EF2F4B5}" destId="{AAC314F2-37ED-4403-B7C2-C4CAEF45DDB8}" srcOrd="2" destOrd="0" parTransId="{8D57E083-CF81-48EA-8F53-DA9438296A49}" sibTransId="{39EB29CB-D372-44D6-9D5A-FD2C224CD59F}"/>
    <dgm:cxn modelId="{1C343C71-6280-495F-AAA9-6011BCCC4849}" type="presParOf" srcId="{E9FA0F4B-FA82-4DA8-8A5E-112003F612A3}" destId="{EAE9A02E-A93A-4883-8C97-9165DAE19C4C}" srcOrd="0" destOrd="0" presId="urn:microsoft.com/office/officeart/2005/8/layout/chevron2"/>
    <dgm:cxn modelId="{2DED0223-D212-47BC-9477-6B5E332E55A9}" type="presParOf" srcId="{EAE9A02E-A93A-4883-8C97-9165DAE19C4C}" destId="{DE53C284-0798-4BFE-876C-EDCD8B49E36B}" srcOrd="0" destOrd="0" presId="urn:microsoft.com/office/officeart/2005/8/layout/chevron2"/>
    <dgm:cxn modelId="{16A02DBE-25D0-48A6-B8B6-815251D57BC9}" type="presParOf" srcId="{EAE9A02E-A93A-4883-8C97-9165DAE19C4C}" destId="{7E23462B-4193-4FB5-A701-BC3DE204A850}" srcOrd="1" destOrd="0" presId="urn:microsoft.com/office/officeart/2005/8/layout/chevron2"/>
    <dgm:cxn modelId="{5EFDDC51-21C3-4E62-8916-E65E3D034F4D}" type="presParOf" srcId="{E9FA0F4B-FA82-4DA8-8A5E-112003F612A3}" destId="{275150C9-1E31-4F84-8428-595F778F033B}" srcOrd="1" destOrd="0" presId="urn:microsoft.com/office/officeart/2005/8/layout/chevron2"/>
    <dgm:cxn modelId="{334E6D88-C1B2-4F1A-87B4-D0BF31052308}" type="presParOf" srcId="{E9FA0F4B-FA82-4DA8-8A5E-112003F612A3}" destId="{C58021EF-11CA-4F38-B75D-301DC61500AB}" srcOrd="2" destOrd="0" presId="urn:microsoft.com/office/officeart/2005/8/layout/chevron2"/>
    <dgm:cxn modelId="{2F4E558E-12A7-4D71-B70A-BAF0D80530FB}" type="presParOf" srcId="{C58021EF-11CA-4F38-B75D-301DC61500AB}" destId="{6725002A-ABD1-4CC2-93E2-CA5556A1621D}" srcOrd="0" destOrd="0" presId="urn:microsoft.com/office/officeart/2005/8/layout/chevron2"/>
    <dgm:cxn modelId="{4466BA87-4129-457F-B746-0CABA2BDF6BC}" type="presParOf" srcId="{C58021EF-11CA-4F38-B75D-301DC61500AB}" destId="{10E00650-AE9E-4B1B-A251-7965E052C9D2}" srcOrd="1" destOrd="0" presId="urn:microsoft.com/office/officeart/2005/8/layout/chevron2"/>
    <dgm:cxn modelId="{9BC7330B-5E9D-4923-9C34-FEB7E39DD59C}" type="presParOf" srcId="{E9FA0F4B-FA82-4DA8-8A5E-112003F612A3}" destId="{DE77C853-3DB4-46D5-A0C2-580DC758C6F7}" srcOrd="3" destOrd="0" presId="urn:microsoft.com/office/officeart/2005/8/layout/chevron2"/>
    <dgm:cxn modelId="{9B64F8B6-9EC7-4C99-A677-5EB45E9B9F5C}" type="presParOf" srcId="{E9FA0F4B-FA82-4DA8-8A5E-112003F612A3}" destId="{F2B3B906-7A98-4578-A688-C3B52943FBF4}" srcOrd="4" destOrd="0" presId="urn:microsoft.com/office/officeart/2005/8/layout/chevron2"/>
    <dgm:cxn modelId="{774B72D3-5937-4B50-A83C-F676DDBFCFC3}" type="presParOf" srcId="{F2B3B906-7A98-4578-A688-C3B52943FBF4}" destId="{CE79FB31-C560-4A12-836C-D9766095FA72}" srcOrd="0" destOrd="0" presId="urn:microsoft.com/office/officeart/2005/8/layout/chevron2"/>
    <dgm:cxn modelId="{0B9117B6-1D6C-49C0-A25C-B47956329B89}" type="presParOf" srcId="{F2B3B906-7A98-4578-A688-C3B52943FBF4}" destId="{456AA051-8765-41AB-985F-EA21FCC7F66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D1A14AD-1049-47DF-9223-BE7D0910BEC1}"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598EEF07-AFD8-4374-BA2C-B524F3351EE3}">
      <dgm:prSet phldrT="[Text]"/>
      <dgm:spPr/>
      <dgm:t>
        <a:bodyPr/>
        <a:lstStyle/>
        <a:p>
          <a:r>
            <a:rPr lang="en-US" dirty="0"/>
            <a:t>On Behalf of Accused</a:t>
          </a:r>
        </a:p>
      </dgm:t>
    </dgm:pt>
    <dgm:pt modelId="{465F6277-1A53-47F7-91FA-E35F44ACE613}" type="parTrans" cxnId="{E4C30D14-9612-4212-BA2A-AF54AE7EC954}">
      <dgm:prSet/>
      <dgm:spPr/>
      <dgm:t>
        <a:bodyPr/>
        <a:lstStyle/>
        <a:p>
          <a:endParaRPr lang="en-US"/>
        </a:p>
      </dgm:t>
    </dgm:pt>
    <dgm:pt modelId="{E314E27D-7C9C-43A0-A21E-F7B36E4FD15A}" type="sibTrans" cxnId="{E4C30D14-9612-4212-BA2A-AF54AE7EC954}">
      <dgm:prSet/>
      <dgm:spPr/>
      <dgm:t>
        <a:bodyPr/>
        <a:lstStyle/>
        <a:p>
          <a:endParaRPr lang="en-US"/>
        </a:p>
      </dgm:t>
    </dgm:pt>
    <dgm:pt modelId="{AE205E68-2B51-442B-B0D2-3A51CB04A6A6}">
      <dgm:prSet phldrT="[Text]"/>
      <dgm:spPr/>
      <dgm:t>
        <a:bodyPr/>
        <a:lstStyle/>
        <a:p>
          <a:r>
            <a:rPr lang="en-US" dirty="0"/>
            <a:t>Thomas William</a:t>
          </a:r>
        </a:p>
      </dgm:t>
    </dgm:pt>
    <dgm:pt modelId="{6C148EC0-152F-44FA-AD3C-6F580AB9AA99}" type="parTrans" cxnId="{6C5E0602-F394-4839-BDE5-4250265EF44E}">
      <dgm:prSet/>
      <dgm:spPr/>
      <dgm:t>
        <a:bodyPr/>
        <a:lstStyle/>
        <a:p>
          <a:endParaRPr lang="en-US"/>
        </a:p>
      </dgm:t>
    </dgm:pt>
    <dgm:pt modelId="{287D1499-92B9-4567-ABF1-52A2747F77CC}" type="sibTrans" cxnId="{6C5E0602-F394-4839-BDE5-4250265EF44E}">
      <dgm:prSet/>
      <dgm:spPr/>
      <dgm:t>
        <a:bodyPr/>
        <a:lstStyle/>
        <a:p>
          <a:endParaRPr lang="en-US"/>
        </a:p>
      </dgm:t>
    </dgm:pt>
    <dgm:pt modelId="{423F196A-E433-4A9A-93E5-1AF9970F70CE}">
      <dgm:prSet phldrT="[Text]" custT="1"/>
      <dgm:spPr/>
      <dgm:t>
        <a:bodyPr/>
        <a:lstStyle/>
        <a:p>
          <a:r>
            <a:rPr lang="en-US" sz="1800" dirty="0" err="1"/>
            <a:t>Abdus</a:t>
          </a:r>
          <a:r>
            <a:rPr lang="en-US" sz="1800" dirty="0"/>
            <a:t> Salam Khan</a:t>
          </a:r>
        </a:p>
        <a:p>
          <a:r>
            <a:rPr lang="en-US" sz="1800" dirty="0" err="1"/>
            <a:t>Ataur</a:t>
          </a:r>
          <a:r>
            <a:rPr lang="en-US" sz="1800" dirty="0"/>
            <a:t> </a:t>
          </a:r>
          <a:r>
            <a:rPr lang="en-US" sz="1800" dirty="0" err="1"/>
            <a:t>Rahman</a:t>
          </a:r>
          <a:r>
            <a:rPr lang="en-US" sz="1800" dirty="0"/>
            <a:t> Khan</a:t>
          </a:r>
        </a:p>
      </dgm:t>
    </dgm:pt>
    <dgm:pt modelId="{AB210BF9-FD71-40B5-A6DF-687C1FE04407}" type="parTrans" cxnId="{D6D68EE6-28D8-46EF-985F-5D053A31E755}">
      <dgm:prSet/>
      <dgm:spPr/>
      <dgm:t>
        <a:bodyPr/>
        <a:lstStyle/>
        <a:p>
          <a:endParaRPr lang="en-US"/>
        </a:p>
      </dgm:t>
    </dgm:pt>
    <dgm:pt modelId="{5F683B0B-76B0-4705-9E05-1625658F0B78}" type="sibTrans" cxnId="{D6D68EE6-28D8-46EF-985F-5D053A31E755}">
      <dgm:prSet/>
      <dgm:spPr/>
      <dgm:t>
        <a:bodyPr/>
        <a:lstStyle/>
        <a:p>
          <a:endParaRPr lang="en-US"/>
        </a:p>
      </dgm:t>
    </dgm:pt>
    <dgm:pt modelId="{B81D0311-53E4-4443-AAE0-0589FD5D8BDA}">
      <dgm:prSet phldrT="[Text]"/>
      <dgm:spPr/>
      <dgm:t>
        <a:bodyPr/>
        <a:lstStyle/>
        <a:p>
          <a:r>
            <a:rPr lang="en-US"/>
            <a:t>On Behalf of State</a:t>
          </a:r>
          <a:endParaRPr lang="en-US" dirty="0"/>
        </a:p>
      </dgm:t>
    </dgm:pt>
    <dgm:pt modelId="{CC4F5D0B-59A7-42EF-801A-23B7A4081713}" type="parTrans" cxnId="{93215CA7-F127-45CF-8F08-103821A5C212}">
      <dgm:prSet/>
      <dgm:spPr/>
      <dgm:t>
        <a:bodyPr/>
        <a:lstStyle/>
        <a:p>
          <a:endParaRPr lang="en-US"/>
        </a:p>
      </dgm:t>
    </dgm:pt>
    <dgm:pt modelId="{C6627063-29F3-4869-8100-20394CFF6314}" type="sibTrans" cxnId="{93215CA7-F127-45CF-8F08-103821A5C212}">
      <dgm:prSet/>
      <dgm:spPr/>
      <dgm:t>
        <a:bodyPr/>
        <a:lstStyle/>
        <a:p>
          <a:endParaRPr lang="en-US"/>
        </a:p>
      </dgm:t>
    </dgm:pt>
    <dgm:pt modelId="{EB6A0D1D-9AF1-4E7E-A02D-E45811B565A4}">
      <dgm:prSet phldrT="[Text]"/>
      <dgm:spPr/>
      <dgm:t>
        <a:bodyPr/>
        <a:lstStyle/>
        <a:p>
          <a:r>
            <a:rPr lang="en-US" dirty="0" err="1"/>
            <a:t>Manzur</a:t>
          </a:r>
          <a:r>
            <a:rPr lang="en-US" dirty="0"/>
            <a:t> </a:t>
          </a:r>
          <a:r>
            <a:rPr lang="en-US" dirty="0" err="1"/>
            <a:t>Quader</a:t>
          </a:r>
          <a:endParaRPr lang="en-US" dirty="0"/>
        </a:p>
      </dgm:t>
    </dgm:pt>
    <dgm:pt modelId="{A3B2C273-FBC4-4E50-9B70-15D2787530EF}" type="parTrans" cxnId="{8ADD4834-FAF9-4A9A-80E9-4FA01E65606E}">
      <dgm:prSet/>
      <dgm:spPr/>
      <dgm:t>
        <a:bodyPr/>
        <a:lstStyle/>
        <a:p>
          <a:endParaRPr lang="en-US"/>
        </a:p>
      </dgm:t>
    </dgm:pt>
    <dgm:pt modelId="{81DB15D8-E4B5-4E5E-8F71-72674D074967}" type="sibTrans" cxnId="{8ADD4834-FAF9-4A9A-80E9-4FA01E65606E}">
      <dgm:prSet/>
      <dgm:spPr/>
      <dgm:t>
        <a:bodyPr/>
        <a:lstStyle/>
        <a:p>
          <a:endParaRPr lang="en-US"/>
        </a:p>
      </dgm:t>
    </dgm:pt>
    <dgm:pt modelId="{8BDB38EB-76E8-45D4-94A9-8A06C0190E24}">
      <dgm:prSet phldrT="[Text]" custT="1"/>
      <dgm:spPr/>
      <dgm:t>
        <a:bodyPr/>
        <a:lstStyle/>
        <a:p>
          <a:r>
            <a:rPr lang="en-US" sz="1800" dirty="0"/>
            <a:t>TH Khan</a:t>
          </a:r>
        </a:p>
      </dgm:t>
    </dgm:pt>
    <dgm:pt modelId="{55EE443D-D51B-4E6A-8678-A000087630A4}" type="parTrans" cxnId="{574AA370-DED8-429E-AB98-10D4903AEB6D}">
      <dgm:prSet/>
      <dgm:spPr/>
      <dgm:t>
        <a:bodyPr/>
        <a:lstStyle/>
        <a:p>
          <a:endParaRPr lang="en-US"/>
        </a:p>
      </dgm:t>
    </dgm:pt>
    <dgm:pt modelId="{A7164AA8-5AAA-4963-A3D2-5F221FF18841}" type="sibTrans" cxnId="{574AA370-DED8-429E-AB98-10D4903AEB6D}">
      <dgm:prSet/>
      <dgm:spPr/>
      <dgm:t>
        <a:bodyPr/>
        <a:lstStyle/>
        <a:p>
          <a:endParaRPr lang="en-US"/>
        </a:p>
      </dgm:t>
    </dgm:pt>
    <dgm:pt modelId="{CF2B74F0-7EC7-4C16-8558-52873AEB6681}" type="pres">
      <dgm:prSet presAssocID="{BD1A14AD-1049-47DF-9223-BE7D0910BEC1}" presName="list" presStyleCnt="0">
        <dgm:presLayoutVars>
          <dgm:dir/>
          <dgm:animLvl val="lvl"/>
        </dgm:presLayoutVars>
      </dgm:prSet>
      <dgm:spPr/>
    </dgm:pt>
    <dgm:pt modelId="{05CAEC81-1EF9-4347-B9DF-DD35882F73BB}" type="pres">
      <dgm:prSet presAssocID="{598EEF07-AFD8-4374-BA2C-B524F3351EE3}" presName="posSpace" presStyleCnt="0"/>
      <dgm:spPr/>
    </dgm:pt>
    <dgm:pt modelId="{F72816A6-A227-41F6-94D6-9BC59E73F2FD}" type="pres">
      <dgm:prSet presAssocID="{598EEF07-AFD8-4374-BA2C-B524F3351EE3}" presName="vertFlow" presStyleCnt="0"/>
      <dgm:spPr/>
    </dgm:pt>
    <dgm:pt modelId="{2226D171-6A3B-4CB1-B175-3D1B6CE623E8}" type="pres">
      <dgm:prSet presAssocID="{598EEF07-AFD8-4374-BA2C-B524F3351EE3}" presName="topSpace" presStyleCnt="0"/>
      <dgm:spPr/>
    </dgm:pt>
    <dgm:pt modelId="{CEC0D0CF-D1A0-44D4-A5B8-29C6C6C6B70E}" type="pres">
      <dgm:prSet presAssocID="{598EEF07-AFD8-4374-BA2C-B524F3351EE3}" presName="firstComp" presStyleCnt="0"/>
      <dgm:spPr/>
    </dgm:pt>
    <dgm:pt modelId="{C6DCD3F5-173D-4E56-9AE9-DB7B7799BD44}" type="pres">
      <dgm:prSet presAssocID="{598EEF07-AFD8-4374-BA2C-B524F3351EE3}" presName="firstChild" presStyleLbl="bgAccFollowNode1" presStyleIdx="0" presStyleCnt="4"/>
      <dgm:spPr/>
    </dgm:pt>
    <dgm:pt modelId="{373DFC13-66A3-4844-9468-8898F55B0B67}" type="pres">
      <dgm:prSet presAssocID="{598EEF07-AFD8-4374-BA2C-B524F3351EE3}" presName="firstChildTx" presStyleLbl="bgAccFollowNode1" presStyleIdx="0" presStyleCnt="4">
        <dgm:presLayoutVars>
          <dgm:bulletEnabled val="1"/>
        </dgm:presLayoutVars>
      </dgm:prSet>
      <dgm:spPr/>
    </dgm:pt>
    <dgm:pt modelId="{AC5476C1-AB7B-473F-8A7E-2AA60FD60AC9}" type="pres">
      <dgm:prSet presAssocID="{423F196A-E433-4A9A-93E5-1AF9970F70CE}" presName="comp" presStyleCnt="0"/>
      <dgm:spPr/>
    </dgm:pt>
    <dgm:pt modelId="{84B03B96-E58A-415A-AB76-C578E97C3867}" type="pres">
      <dgm:prSet presAssocID="{423F196A-E433-4A9A-93E5-1AF9970F70CE}" presName="child" presStyleLbl="bgAccFollowNode1" presStyleIdx="1" presStyleCnt="4" custScaleY="149462"/>
      <dgm:spPr/>
    </dgm:pt>
    <dgm:pt modelId="{E8F71F82-6BED-4959-8AEE-2774CFE209B2}" type="pres">
      <dgm:prSet presAssocID="{423F196A-E433-4A9A-93E5-1AF9970F70CE}" presName="childTx" presStyleLbl="bgAccFollowNode1" presStyleIdx="1" presStyleCnt="4">
        <dgm:presLayoutVars>
          <dgm:bulletEnabled val="1"/>
        </dgm:presLayoutVars>
      </dgm:prSet>
      <dgm:spPr/>
    </dgm:pt>
    <dgm:pt modelId="{346DB254-BC21-44C4-B9C2-EDE62B1754F3}" type="pres">
      <dgm:prSet presAssocID="{598EEF07-AFD8-4374-BA2C-B524F3351EE3}" presName="negSpace" presStyleCnt="0"/>
      <dgm:spPr/>
    </dgm:pt>
    <dgm:pt modelId="{F67D4C92-33FF-4542-876D-A0AAA5E2B1D5}" type="pres">
      <dgm:prSet presAssocID="{598EEF07-AFD8-4374-BA2C-B524F3351EE3}" presName="circle" presStyleLbl="node1" presStyleIdx="0" presStyleCnt="2"/>
      <dgm:spPr/>
    </dgm:pt>
    <dgm:pt modelId="{4A395198-F288-4D93-8305-61E16C95A070}" type="pres">
      <dgm:prSet presAssocID="{E314E27D-7C9C-43A0-A21E-F7B36E4FD15A}" presName="transSpace" presStyleCnt="0"/>
      <dgm:spPr/>
    </dgm:pt>
    <dgm:pt modelId="{4C7DD44F-85A9-4D20-9ECA-E98D479F7FE2}" type="pres">
      <dgm:prSet presAssocID="{B81D0311-53E4-4443-AAE0-0589FD5D8BDA}" presName="posSpace" presStyleCnt="0"/>
      <dgm:spPr/>
    </dgm:pt>
    <dgm:pt modelId="{3521068B-DD35-45C3-A0F0-A61B066547E3}" type="pres">
      <dgm:prSet presAssocID="{B81D0311-53E4-4443-AAE0-0589FD5D8BDA}" presName="vertFlow" presStyleCnt="0"/>
      <dgm:spPr/>
    </dgm:pt>
    <dgm:pt modelId="{543A7FB9-9D34-47A4-960E-E7DBB5B8AE2F}" type="pres">
      <dgm:prSet presAssocID="{B81D0311-53E4-4443-AAE0-0589FD5D8BDA}" presName="topSpace" presStyleCnt="0"/>
      <dgm:spPr/>
    </dgm:pt>
    <dgm:pt modelId="{A3F16D7A-F8F9-454C-B206-165A31AD816D}" type="pres">
      <dgm:prSet presAssocID="{B81D0311-53E4-4443-AAE0-0589FD5D8BDA}" presName="firstComp" presStyleCnt="0"/>
      <dgm:spPr/>
    </dgm:pt>
    <dgm:pt modelId="{AA59A70B-FC9A-4333-BCC4-EA63C72D7CB3}" type="pres">
      <dgm:prSet presAssocID="{B81D0311-53E4-4443-AAE0-0589FD5D8BDA}" presName="firstChild" presStyleLbl="bgAccFollowNode1" presStyleIdx="2" presStyleCnt="4"/>
      <dgm:spPr/>
    </dgm:pt>
    <dgm:pt modelId="{9CA9A03D-4445-4A56-BD82-5EB1908B8B4F}" type="pres">
      <dgm:prSet presAssocID="{B81D0311-53E4-4443-AAE0-0589FD5D8BDA}" presName="firstChildTx" presStyleLbl="bgAccFollowNode1" presStyleIdx="2" presStyleCnt="4">
        <dgm:presLayoutVars>
          <dgm:bulletEnabled val="1"/>
        </dgm:presLayoutVars>
      </dgm:prSet>
      <dgm:spPr/>
    </dgm:pt>
    <dgm:pt modelId="{559E4502-A66B-4C36-88EA-DCE5418580FE}" type="pres">
      <dgm:prSet presAssocID="{8BDB38EB-76E8-45D4-94A9-8A06C0190E24}" presName="comp" presStyleCnt="0"/>
      <dgm:spPr/>
    </dgm:pt>
    <dgm:pt modelId="{7DF0AA56-E11D-43F4-99B3-9B8A76005422}" type="pres">
      <dgm:prSet presAssocID="{8BDB38EB-76E8-45D4-94A9-8A06C0190E24}" presName="child" presStyleLbl="bgAccFollowNode1" presStyleIdx="3" presStyleCnt="4"/>
      <dgm:spPr/>
    </dgm:pt>
    <dgm:pt modelId="{E6C65A81-C679-418A-AE29-A24889BC4C09}" type="pres">
      <dgm:prSet presAssocID="{8BDB38EB-76E8-45D4-94A9-8A06C0190E24}" presName="childTx" presStyleLbl="bgAccFollowNode1" presStyleIdx="3" presStyleCnt="4">
        <dgm:presLayoutVars>
          <dgm:bulletEnabled val="1"/>
        </dgm:presLayoutVars>
      </dgm:prSet>
      <dgm:spPr/>
    </dgm:pt>
    <dgm:pt modelId="{994D6431-AC80-465A-B813-322321FD5EA9}" type="pres">
      <dgm:prSet presAssocID="{B81D0311-53E4-4443-AAE0-0589FD5D8BDA}" presName="negSpace" presStyleCnt="0"/>
      <dgm:spPr/>
    </dgm:pt>
    <dgm:pt modelId="{E5EA892C-DB07-41E3-B80E-8002660706BA}" type="pres">
      <dgm:prSet presAssocID="{B81D0311-53E4-4443-AAE0-0589FD5D8BDA}" presName="circle" presStyleLbl="node1" presStyleIdx="1" presStyleCnt="2"/>
      <dgm:spPr/>
    </dgm:pt>
  </dgm:ptLst>
  <dgm:cxnLst>
    <dgm:cxn modelId="{6C5E0602-F394-4839-BDE5-4250265EF44E}" srcId="{598EEF07-AFD8-4374-BA2C-B524F3351EE3}" destId="{AE205E68-2B51-442B-B0D2-3A51CB04A6A6}" srcOrd="0" destOrd="0" parTransId="{6C148EC0-152F-44FA-AD3C-6F580AB9AA99}" sibTransId="{287D1499-92B9-4567-ABF1-52A2747F77CC}"/>
    <dgm:cxn modelId="{A8EC3A10-C310-48C2-8DC1-4213EEF2B216}" type="presOf" srcId="{AE205E68-2B51-442B-B0D2-3A51CB04A6A6}" destId="{C6DCD3F5-173D-4E56-9AE9-DB7B7799BD44}" srcOrd="0" destOrd="0" presId="urn:microsoft.com/office/officeart/2005/8/layout/hList9"/>
    <dgm:cxn modelId="{E4C30D14-9612-4212-BA2A-AF54AE7EC954}" srcId="{BD1A14AD-1049-47DF-9223-BE7D0910BEC1}" destId="{598EEF07-AFD8-4374-BA2C-B524F3351EE3}" srcOrd="0" destOrd="0" parTransId="{465F6277-1A53-47F7-91FA-E35F44ACE613}" sibTransId="{E314E27D-7C9C-43A0-A21E-F7B36E4FD15A}"/>
    <dgm:cxn modelId="{0163861C-1955-4DD5-8AD9-C90C1981DA0C}" type="presOf" srcId="{EB6A0D1D-9AF1-4E7E-A02D-E45811B565A4}" destId="{AA59A70B-FC9A-4333-BCC4-EA63C72D7CB3}" srcOrd="0" destOrd="0" presId="urn:microsoft.com/office/officeart/2005/8/layout/hList9"/>
    <dgm:cxn modelId="{DA615521-AF48-49DA-92F4-7ED520963895}" type="presOf" srcId="{423F196A-E433-4A9A-93E5-1AF9970F70CE}" destId="{E8F71F82-6BED-4959-8AEE-2774CFE209B2}" srcOrd="1" destOrd="0" presId="urn:microsoft.com/office/officeart/2005/8/layout/hList9"/>
    <dgm:cxn modelId="{8ADD4834-FAF9-4A9A-80E9-4FA01E65606E}" srcId="{B81D0311-53E4-4443-AAE0-0589FD5D8BDA}" destId="{EB6A0D1D-9AF1-4E7E-A02D-E45811B565A4}" srcOrd="0" destOrd="0" parTransId="{A3B2C273-FBC4-4E50-9B70-15D2787530EF}" sibTransId="{81DB15D8-E4B5-4E5E-8F71-72674D074967}"/>
    <dgm:cxn modelId="{574AA370-DED8-429E-AB98-10D4903AEB6D}" srcId="{B81D0311-53E4-4443-AAE0-0589FD5D8BDA}" destId="{8BDB38EB-76E8-45D4-94A9-8A06C0190E24}" srcOrd="1" destOrd="0" parTransId="{55EE443D-D51B-4E6A-8678-A000087630A4}" sibTransId="{A7164AA8-5AAA-4963-A3D2-5F221FF18841}"/>
    <dgm:cxn modelId="{BBDE2897-7281-4B1C-B6DA-1B04573D079C}" type="presOf" srcId="{8BDB38EB-76E8-45D4-94A9-8A06C0190E24}" destId="{7DF0AA56-E11D-43F4-99B3-9B8A76005422}" srcOrd="0" destOrd="0" presId="urn:microsoft.com/office/officeart/2005/8/layout/hList9"/>
    <dgm:cxn modelId="{93215CA7-F127-45CF-8F08-103821A5C212}" srcId="{BD1A14AD-1049-47DF-9223-BE7D0910BEC1}" destId="{B81D0311-53E4-4443-AAE0-0589FD5D8BDA}" srcOrd="1" destOrd="0" parTransId="{CC4F5D0B-59A7-42EF-801A-23B7A4081713}" sibTransId="{C6627063-29F3-4869-8100-20394CFF6314}"/>
    <dgm:cxn modelId="{884685A7-22D9-4D37-9819-96C499E2214B}" type="presOf" srcId="{8BDB38EB-76E8-45D4-94A9-8A06C0190E24}" destId="{E6C65A81-C679-418A-AE29-A24889BC4C09}" srcOrd="1" destOrd="0" presId="urn:microsoft.com/office/officeart/2005/8/layout/hList9"/>
    <dgm:cxn modelId="{63455FB1-0305-456D-9EDD-364A9E933A1E}" type="presOf" srcId="{B81D0311-53E4-4443-AAE0-0589FD5D8BDA}" destId="{E5EA892C-DB07-41E3-B80E-8002660706BA}" srcOrd="0" destOrd="0" presId="urn:microsoft.com/office/officeart/2005/8/layout/hList9"/>
    <dgm:cxn modelId="{40B43BC9-6923-4AB4-9800-D1ABEEFECF21}" type="presOf" srcId="{423F196A-E433-4A9A-93E5-1AF9970F70CE}" destId="{84B03B96-E58A-415A-AB76-C578E97C3867}" srcOrd="0" destOrd="0" presId="urn:microsoft.com/office/officeart/2005/8/layout/hList9"/>
    <dgm:cxn modelId="{2124F4DE-A41D-47C8-A66E-670230D80DB4}" type="presOf" srcId="{EB6A0D1D-9AF1-4E7E-A02D-E45811B565A4}" destId="{9CA9A03D-4445-4A56-BD82-5EB1908B8B4F}" srcOrd="1" destOrd="0" presId="urn:microsoft.com/office/officeart/2005/8/layout/hList9"/>
    <dgm:cxn modelId="{D6D68EE6-28D8-46EF-985F-5D053A31E755}" srcId="{598EEF07-AFD8-4374-BA2C-B524F3351EE3}" destId="{423F196A-E433-4A9A-93E5-1AF9970F70CE}" srcOrd="1" destOrd="0" parTransId="{AB210BF9-FD71-40B5-A6DF-687C1FE04407}" sibTransId="{5F683B0B-76B0-4705-9E05-1625658F0B78}"/>
    <dgm:cxn modelId="{68469CE8-E4B0-4DF5-81DD-AA3E1F125AFE}" type="presOf" srcId="{BD1A14AD-1049-47DF-9223-BE7D0910BEC1}" destId="{CF2B74F0-7EC7-4C16-8558-52873AEB6681}" srcOrd="0" destOrd="0" presId="urn:microsoft.com/office/officeart/2005/8/layout/hList9"/>
    <dgm:cxn modelId="{4B5FEDE8-4663-49D8-B756-534D39947AFE}" type="presOf" srcId="{AE205E68-2B51-442B-B0D2-3A51CB04A6A6}" destId="{373DFC13-66A3-4844-9468-8898F55B0B67}" srcOrd="1" destOrd="0" presId="urn:microsoft.com/office/officeart/2005/8/layout/hList9"/>
    <dgm:cxn modelId="{C4D770F1-42EA-4FA6-9757-48609B2F6490}" type="presOf" srcId="{598EEF07-AFD8-4374-BA2C-B524F3351EE3}" destId="{F67D4C92-33FF-4542-876D-A0AAA5E2B1D5}" srcOrd="0" destOrd="0" presId="urn:microsoft.com/office/officeart/2005/8/layout/hList9"/>
    <dgm:cxn modelId="{47C3A956-FBEC-40B5-92D0-531F91E81ED8}" type="presParOf" srcId="{CF2B74F0-7EC7-4C16-8558-52873AEB6681}" destId="{05CAEC81-1EF9-4347-B9DF-DD35882F73BB}" srcOrd="0" destOrd="0" presId="urn:microsoft.com/office/officeart/2005/8/layout/hList9"/>
    <dgm:cxn modelId="{0074FCFC-CF6F-4EB2-B696-45FFA1B8A2DC}" type="presParOf" srcId="{CF2B74F0-7EC7-4C16-8558-52873AEB6681}" destId="{F72816A6-A227-41F6-94D6-9BC59E73F2FD}" srcOrd="1" destOrd="0" presId="urn:microsoft.com/office/officeart/2005/8/layout/hList9"/>
    <dgm:cxn modelId="{173E3FED-D30D-4D17-A838-554F2E55A9A8}" type="presParOf" srcId="{F72816A6-A227-41F6-94D6-9BC59E73F2FD}" destId="{2226D171-6A3B-4CB1-B175-3D1B6CE623E8}" srcOrd="0" destOrd="0" presId="urn:microsoft.com/office/officeart/2005/8/layout/hList9"/>
    <dgm:cxn modelId="{C1E0613D-A322-47A8-8985-24A480033C1C}" type="presParOf" srcId="{F72816A6-A227-41F6-94D6-9BC59E73F2FD}" destId="{CEC0D0CF-D1A0-44D4-A5B8-29C6C6C6B70E}" srcOrd="1" destOrd="0" presId="urn:microsoft.com/office/officeart/2005/8/layout/hList9"/>
    <dgm:cxn modelId="{3B71709F-60B6-4BC9-AC0D-24487F77DF13}" type="presParOf" srcId="{CEC0D0CF-D1A0-44D4-A5B8-29C6C6C6B70E}" destId="{C6DCD3F5-173D-4E56-9AE9-DB7B7799BD44}" srcOrd="0" destOrd="0" presId="urn:microsoft.com/office/officeart/2005/8/layout/hList9"/>
    <dgm:cxn modelId="{6D378244-2FE4-49BF-8802-A64804B017BC}" type="presParOf" srcId="{CEC0D0CF-D1A0-44D4-A5B8-29C6C6C6B70E}" destId="{373DFC13-66A3-4844-9468-8898F55B0B67}" srcOrd="1" destOrd="0" presId="urn:microsoft.com/office/officeart/2005/8/layout/hList9"/>
    <dgm:cxn modelId="{382BB4F8-F30C-463C-8158-F666887EACC6}" type="presParOf" srcId="{F72816A6-A227-41F6-94D6-9BC59E73F2FD}" destId="{AC5476C1-AB7B-473F-8A7E-2AA60FD60AC9}" srcOrd="2" destOrd="0" presId="urn:microsoft.com/office/officeart/2005/8/layout/hList9"/>
    <dgm:cxn modelId="{1AD7FAF5-44AE-4097-B06C-5BE36C2F97D5}" type="presParOf" srcId="{AC5476C1-AB7B-473F-8A7E-2AA60FD60AC9}" destId="{84B03B96-E58A-415A-AB76-C578E97C3867}" srcOrd="0" destOrd="0" presId="urn:microsoft.com/office/officeart/2005/8/layout/hList9"/>
    <dgm:cxn modelId="{2774BA19-F1E0-4B07-A962-7CF3D959DEF2}" type="presParOf" srcId="{AC5476C1-AB7B-473F-8A7E-2AA60FD60AC9}" destId="{E8F71F82-6BED-4959-8AEE-2774CFE209B2}" srcOrd="1" destOrd="0" presId="urn:microsoft.com/office/officeart/2005/8/layout/hList9"/>
    <dgm:cxn modelId="{73D1F539-9508-484B-B843-E587AA588059}" type="presParOf" srcId="{CF2B74F0-7EC7-4C16-8558-52873AEB6681}" destId="{346DB254-BC21-44C4-B9C2-EDE62B1754F3}" srcOrd="2" destOrd="0" presId="urn:microsoft.com/office/officeart/2005/8/layout/hList9"/>
    <dgm:cxn modelId="{DB168FAE-2824-4881-8261-FA7A399AB00E}" type="presParOf" srcId="{CF2B74F0-7EC7-4C16-8558-52873AEB6681}" destId="{F67D4C92-33FF-4542-876D-A0AAA5E2B1D5}" srcOrd="3" destOrd="0" presId="urn:microsoft.com/office/officeart/2005/8/layout/hList9"/>
    <dgm:cxn modelId="{386B93E0-40A1-4012-A6E2-342E56EDE001}" type="presParOf" srcId="{CF2B74F0-7EC7-4C16-8558-52873AEB6681}" destId="{4A395198-F288-4D93-8305-61E16C95A070}" srcOrd="4" destOrd="0" presId="urn:microsoft.com/office/officeart/2005/8/layout/hList9"/>
    <dgm:cxn modelId="{1EDD9AFA-6E23-449B-A6BB-1DB641EB8222}" type="presParOf" srcId="{CF2B74F0-7EC7-4C16-8558-52873AEB6681}" destId="{4C7DD44F-85A9-4D20-9ECA-E98D479F7FE2}" srcOrd="5" destOrd="0" presId="urn:microsoft.com/office/officeart/2005/8/layout/hList9"/>
    <dgm:cxn modelId="{13CC1F1F-868F-48F6-9B7C-99CC78ED337A}" type="presParOf" srcId="{CF2B74F0-7EC7-4C16-8558-52873AEB6681}" destId="{3521068B-DD35-45C3-A0F0-A61B066547E3}" srcOrd="6" destOrd="0" presId="urn:microsoft.com/office/officeart/2005/8/layout/hList9"/>
    <dgm:cxn modelId="{219F2195-14A9-4CAC-A7DE-CE33317A87B6}" type="presParOf" srcId="{3521068B-DD35-45C3-A0F0-A61B066547E3}" destId="{543A7FB9-9D34-47A4-960E-E7DBB5B8AE2F}" srcOrd="0" destOrd="0" presId="urn:microsoft.com/office/officeart/2005/8/layout/hList9"/>
    <dgm:cxn modelId="{595F8D5D-0662-40A3-B2E5-DC8F4F777CD8}" type="presParOf" srcId="{3521068B-DD35-45C3-A0F0-A61B066547E3}" destId="{A3F16D7A-F8F9-454C-B206-165A31AD816D}" srcOrd="1" destOrd="0" presId="urn:microsoft.com/office/officeart/2005/8/layout/hList9"/>
    <dgm:cxn modelId="{43BAF1DE-D6ED-48AE-80B0-F1C0A45A5325}" type="presParOf" srcId="{A3F16D7A-F8F9-454C-B206-165A31AD816D}" destId="{AA59A70B-FC9A-4333-BCC4-EA63C72D7CB3}" srcOrd="0" destOrd="0" presId="urn:microsoft.com/office/officeart/2005/8/layout/hList9"/>
    <dgm:cxn modelId="{C8D5D24B-804B-4E25-AA13-D6CF95D2A20C}" type="presParOf" srcId="{A3F16D7A-F8F9-454C-B206-165A31AD816D}" destId="{9CA9A03D-4445-4A56-BD82-5EB1908B8B4F}" srcOrd="1" destOrd="0" presId="urn:microsoft.com/office/officeart/2005/8/layout/hList9"/>
    <dgm:cxn modelId="{644DACCD-11DF-4FE4-904C-C722E4FA2210}" type="presParOf" srcId="{3521068B-DD35-45C3-A0F0-A61B066547E3}" destId="{559E4502-A66B-4C36-88EA-DCE5418580FE}" srcOrd="2" destOrd="0" presId="urn:microsoft.com/office/officeart/2005/8/layout/hList9"/>
    <dgm:cxn modelId="{D07DCA5C-CF6E-4CBB-9BED-1FE59518EE60}" type="presParOf" srcId="{559E4502-A66B-4C36-88EA-DCE5418580FE}" destId="{7DF0AA56-E11D-43F4-99B3-9B8A76005422}" srcOrd="0" destOrd="0" presId="urn:microsoft.com/office/officeart/2005/8/layout/hList9"/>
    <dgm:cxn modelId="{67AF6AD0-A8A7-49CA-A920-B3AEC95305F1}" type="presParOf" srcId="{559E4502-A66B-4C36-88EA-DCE5418580FE}" destId="{E6C65A81-C679-418A-AE29-A24889BC4C09}" srcOrd="1" destOrd="0" presId="urn:microsoft.com/office/officeart/2005/8/layout/hList9"/>
    <dgm:cxn modelId="{022144DA-2395-4E32-BB2F-1B9145DC8781}" type="presParOf" srcId="{CF2B74F0-7EC7-4C16-8558-52873AEB6681}" destId="{994D6431-AC80-465A-B813-322321FD5EA9}" srcOrd="7" destOrd="0" presId="urn:microsoft.com/office/officeart/2005/8/layout/hList9"/>
    <dgm:cxn modelId="{B7E4F53A-E7EF-4A9B-96A7-C2C9A4A86AFF}" type="presParOf" srcId="{CF2B74F0-7EC7-4C16-8558-52873AEB6681}" destId="{E5EA892C-DB07-41E3-B80E-8002660706BA}"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482DB25-6233-431C-8982-A339E2DB2BF6}" type="doc">
      <dgm:prSet loTypeId="urn:microsoft.com/office/officeart/2008/layout/AlternatingHexagons" loCatId="list" qsTypeId="urn:microsoft.com/office/officeart/2005/8/quickstyle/simple5" qsCatId="simple" csTypeId="urn:microsoft.com/office/officeart/2005/8/colors/colorful3" csCatId="colorful" phldr="1"/>
      <dgm:spPr/>
      <dgm:t>
        <a:bodyPr/>
        <a:lstStyle/>
        <a:p>
          <a:endParaRPr lang="en-US"/>
        </a:p>
      </dgm:t>
    </dgm:pt>
    <dgm:pt modelId="{6D3BFC10-BB54-4916-B164-6765AF30B32A}">
      <dgm:prSet phldrT="[Text]"/>
      <dgm:spPr/>
      <dgm:t>
        <a:bodyPr/>
        <a:lstStyle/>
        <a:p>
          <a:r>
            <a:rPr lang="en-US" dirty="0"/>
            <a:t>East Pakistan </a:t>
          </a:r>
          <a:r>
            <a:rPr lang="en-US" dirty="0" err="1"/>
            <a:t>Chatra</a:t>
          </a:r>
          <a:r>
            <a:rPr lang="en-US" dirty="0"/>
            <a:t> Union (</a:t>
          </a:r>
          <a:r>
            <a:rPr lang="en-US" dirty="0" err="1"/>
            <a:t>Menon</a:t>
          </a:r>
          <a:r>
            <a:rPr lang="en-US" dirty="0"/>
            <a:t>)</a:t>
          </a:r>
        </a:p>
      </dgm:t>
    </dgm:pt>
    <dgm:pt modelId="{B8833A5F-E48C-4A4F-9393-F9B25D8EE640}" type="parTrans" cxnId="{48FB1DC9-AC8A-4BC5-A0A2-A37F9FD35A2C}">
      <dgm:prSet/>
      <dgm:spPr/>
      <dgm:t>
        <a:bodyPr/>
        <a:lstStyle/>
        <a:p>
          <a:endParaRPr lang="en-US"/>
        </a:p>
      </dgm:t>
    </dgm:pt>
    <dgm:pt modelId="{75BB301E-59C4-47C0-B788-EDD2393580D1}" type="sibTrans" cxnId="{48FB1DC9-AC8A-4BC5-A0A2-A37F9FD35A2C}">
      <dgm:prSet/>
      <dgm:spPr/>
      <dgm:t>
        <a:bodyPr/>
        <a:lstStyle/>
        <a:p>
          <a:r>
            <a:rPr lang="en-US" dirty="0"/>
            <a:t>East Pakistan </a:t>
          </a:r>
          <a:r>
            <a:rPr lang="en-US" dirty="0" err="1"/>
            <a:t>Chattra</a:t>
          </a:r>
          <a:r>
            <a:rPr lang="en-US" dirty="0"/>
            <a:t> League</a:t>
          </a:r>
        </a:p>
      </dgm:t>
    </dgm:pt>
    <dgm:pt modelId="{901A43D4-1734-4217-AC2F-FC51A9E6968B}">
      <dgm:prSet phldrT="[Text]" phldr="1"/>
      <dgm:spPr/>
      <dgm:t>
        <a:bodyPr/>
        <a:lstStyle/>
        <a:p>
          <a:endParaRPr lang="en-US"/>
        </a:p>
      </dgm:t>
    </dgm:pt>
    <dgm:pt modelId="{0E50DE4C-7E66-4A4D-B6C8-23BFAE379083}" type="parTrans" cxnId="{B43EE67C-5AA3-4D7E-90B9-FA14DF00B0DC}">
      <dgm:prSet/>
      <dgm:spPr/>
      <dgm:t>
        <a:bodyPr/>
        <a:lstStyle/>
        <a:p>
          <a:endParaRPr lang="en-US"/>
        </a:p>
      </dgm:t>
    </dgm:pt>
    <dgm:pt modelId="{F5F2F980-4ED7-44F1-9BFB-35BFC2558206}" type="sibTrans" cxnId="{B43EE67C-5AA3-4D7E-90B9-FA14DF00B0DC}">
      <dgm:prSet/>
      <dgm:spPr/>
      <dgm:t>
        <a:bodyPr/>
        <a:lstStyle/>
        <a:p>
          <a:endParaRPr lang="en-US"/>
        </a:p>
      </dgm:t>
    </dgm:pt>
    <dgm:pt modelId="{0815FDC9-B0F6-4901-84EF-2D2A6D448D3C}">
      <dgm:prSet phldrT="[Text]"/>
      <dgm:spPr/>
      <dgm:t>
        <a:bodyPr/>
        <a:lstStyle/>
        <a:p>
          <a:r>
            <a:rPr lang="en-US" dirty="0"/>
            <a:t>East Pakistan </a:t>
          </a:r>
          <a:r>
            <a:rPr lang="en-US" dirty="0" err="1"/>
            <a:t>Chattra</a:t>
          </a:r>
          <a:r>
            <a:rPr lang="en-US" dirty="0"/>
            <a:t> Union (</a:t>
          </a:r>
          <a:r>
            <a:rPr lang="en-US" dirty="0" err="1"/>
            <a:t>Matiya</a:t>
          </a:r>
          <a:r>
            <a:rPr lang="en-US" dirty="0"/>
            <a:t>)</a:t>
          </a:r>
        </a:p>
      </dgm:t>
    </dgm:pt>
    <dgm:pt modelId="{096D7769-127D-4507-88F9-7BA8DBEEAECE}" type="parTrans" cxnId="{901F1A34-E087-4B08-8E94-AC55DEC40427}">
      <dgm:prSet/>
      <dgm:spPr/>
      <dgm:t>
        <a:bodyPr/>
        <a:lstStyle/>
        <a:p>
          <a:endParaRPr lang="en-US"/>
        </a:p>
      </dgm:t>
    </dgm:pt>
    <dgm:pt modelId="{13C41C80-57F5-44CB-9437-FB0834774978}" type="sibTrans" cxnId="{901F1A34-E087-4B08-8E94-AC55DEC40427}">
      <dgm:prSet/>
      <dgm:spPr/>
      <dgm:t>
        <a:bodyPr/>
        <a:lstStyle/>
        <a:p>
          <a:r>
            <a:rPr lang="en-US" dirty="0"/>
            <a:t>NSF- </a:t>
          </a:r>
          <a:r>
            <a:rPr lang="en-US" dirty="0" err="1"/>
            <a:t>Mahbubul</a:t>
          </a:r>
          <a:r>
            <a:rPr lang="en-US" dirty="0"/>
            <a:t> </a:t>
          </a:r>
          <a:r>
            <a:rPr lang="en-US" dirty="0" err="1"/>
            <a:t>Huq</a:t>
          </a:r>
          <a:r>
            <a:rPr lang="en-US" dirty="0"/>
            <a:t> </a:t>
          </a:r>
          <a:r>
            <a:rPr lang="en-US" dirty="0" err="1"/>
            <a:t>Dulal</a:t>
          </a:r>
          <a:r>
            <a:rPr lang="en-US" dirty="0"/>
            <a:t>, Ibrahim Khalil, </a:t>
          </a:r>
          <a:r>
            <a:rPr lang="en-US" dirty="0" err="1"/>
            <a:t>Nazim</a:t>
          </a:r>
          <a:r>
            <a:rPr lang="en-US" dirty="0"/>
            <a:t> Kamran </a:t>
          </a:r>
          <a:r>
            <a:rPr lang="en-US" dirty="0" err="1"/>
            <a:t>Chy</a:t>
          </a:r>
          <a:r>
            <a:rPr lang="en-US" dirty="0"/>
            <a:t>. </a:t>
          </a:r>
          <a:r>
            <a:rPr lang="en-US" dirty="0" err="1"/>
            <a:t>etc</a:t>
          </a:r>
          <a:endParaRPr lang="en-US" dirty="0"/>
        </a:p>
      </dgm:t>
    </dgm:pt>
    <dgm:pt modelId="{2ABE81E0-F7BE-4435-AE16-32490D4C6934}">
      <dgm:prSet phldrT="[Text]" phldr="1"/>
      <dgm:spPr/>
      <dgm:t>
        <a:bodyPr/>
        <a:lstStyle/>
        <a:p>
          <a:endParaRPr lang="en-US"/>
        </a:p>
      </dgm:t>
    </dgm:pt>
    <dgm:pt modelId="{195417DF-DE9A-4928-AB35-7A6CF2BED4D9}" type="parTrans" cxnId="{0CA7AE49-0C6F-46FD-9D93-C0B09642AB5B}">
      <dgm:prSet/>
      <dgm:spPr/>
      <dgm:t>
        <a:bodyPr/>
        <a:lstStyle/>
        <a:p>
          <a:endParaRPr lang="en-US"/>
        </a:p>
      </dgm:t>
    </dgm:pt>
    <dgm:pt modelId="{1AEC78AA-8979-4D5D-8AEC-2A84C3D13610}" type="sibTrans" cxnId="{0CA7AE49-0C6F-46FD-9D93-C0B09642AB5B}">
      <dgm:prSet/>
      <dgm:spPr/>
      <dgm:t>
        <a:bodyPr/>
        <a:lstStyle/>
        <a:p>
          <a:endParaRPr lang="en-US"/>
        </a:p>
      </dgm:t>
    </dgm:pt>
    <dgm:pt modelId="{61EAE5C6-19E1-4FDA-9D21-AF92F88C48B4}">
      <dgm:prSet phldrT="[Text]"/>
      <dgm:spPr/>
      <dgm:t>
        <a:bodyPr/>
        <a:lstStyle/>
        <a:p>
          <a:r>
            <a:rPr lang="en-US" dirty="0"/>
            <a:t>8 DUCSU Leaders</a:t>
          </a:r>
        </a:p>
      </dgm:t>
    </dgm:pt>
    <dgm:pt modelId="{65FDFB6C-191A-4B65-8C03-744333266898}" type="parTrans" cxnId="{47E97B71-4C1B-49DF-A75B-B25479890798}">
      <dgm:prSet/>
      <dgm:spPr/>
      <dgm:t>
        <a:bodyPr/>
        <a:lstStyle/>
        <a:p>
          <a:endParaRPr lang="en-US"/>
        </a:p>
      </dgm:t>
    </dgm:pt>
    <dgm:pt modelId="{E9AE6D18-BF5E-42A8-A5A7-06C44018AE78}" type="sibTrans" cxnId="{47E97B71-4C1B-49DF-A75B-B25479890798}">
      <dgm:prSet/>
      <dgm:spPr/>
      <dgm:t>
        <a:bodyPr/>
        <a:lstStyle/>
        <a:p>
          <a:r>
            <a:rPr lang="en-US" dirty="0"/>
            <a:t>NSF ( A Section of them joined)</a:t>
          </a:r>
        </a:p>
      </dgm:t>
    </dgm:pt>
    <dgm:pt modelId="{A150158B-0A78-4A38-ABE3-F5920CFFD5A2}">
      <dgm:prSet phldrT="[Text]" phldr="1"/>
      <dgm:spPr/>
      <dgm:t>
        <a:bodyPr/>
        <a:lstStyle/>
        <a:p>
          <a:endParaRPr lang="en-US"/>
        </a:p>
      </dgm:t>
    </dgm:pt>
    <dgm:pt modelId="{63D03FCA-66D3-43CD-95BF-945B0BD69232}" type="parTrans" cxnId="{0399C8BF-333A-49A7-BC42-AAB4A2D73AA3}">
      <dgm:prSet/>
      <dgm:spPr/>
      <dgm:t>
        <a:bodyPr/>
        <a:lstStyle/>
        <a:p>
          <a:endParaRPr lang="en-US"/>
        </a:p>
      </dgm:t>
    </dgm:pt>
    <dgm:pt modelId="{35589350-20DA-4C6A-A94B-DAFD273FDB19}" type="sibTrans" cxnId="{0399C8BF-333A-49A7-BC42-AAB4A2D73AA3}">
      <dgm:prSet/>
      <dgm:spPr/>
      <dgm:t>
        <a:bodyPr/>
        <a:lstStyle/>
        <a:p>
          <a:endParaRPr lang="en-US"/>
        </a:p>
      </dgm:t>
    </dgm:pt>
    <dgm:pt modelId="{AED7E1A2-7452-418B-B72A-EF990C44E000}" type="pres">
      <dgm:prSet presAssocID="{2482DB25-6233-431C-8982-A339E2DB2BF6}" presName="Name0" presStyleCnt="0">
        <dgm:presLayoutVars>
          <dgm:chMax/>
          <dgm:chPref/>
          <dgm:dir/>
          <dgm:animLvl val="lvl"/>
        </dgm:presLayoutVars>
      </dgm:prSet>
      <dgm:spPr/>
    </dgm:pt>
    <dgm:pt modelId="{6C3A1409-5785-497B-90BA-749D20ED8A2B}" type="pres">
      <dgm:prSet presAssocID="{6D3BFC10-BB54-4916-B164-6765AF30B32A}" presName="composite" presStyleCnt="0"/>
      <dgm:spPr/>
    </dgm:pt>
    <dgm:pt modelId="{47DD6405-D570-470E-943C-5403C08D461F}" type="pres">
      <dgm:prSet presAssocID="{6D3BFC10-BB54-4916-B164-6765AF30B32A}" presName="Parent1" presStyleLbl="node1" presStyleIdx="0" presStyleCnt="6">
        <dgm:presLayoutVars>
          <dgm:chMax val="1"/>
          <dgm:chPref val="1"/>
          <dgm:bulletEnabled val="1"/>
        </dgm:presLayoutVars>
      </dgm:prSet>
      <dgm:spPr/>
    </dgm:pt>
    <dgm:pt modelId="{B2238573-E2B9-4E3A-8AA4-8771A3F4B989}" type="pres">
      <dgm:prSet presAssocID="{6D3BFC10-BB54-4916-B164-6765AF30B32A}" presName="Childtext1" presStyleLbl="revTx" presStyleIdx="0" presStyleCnt="3">
        <dgm:presLayoutVars>
          <dgm:chMax val="0"/>
          <dgm:chPref val="0"/>
          <dgm:bulletEnabled val="1"/>
        </dgm:presLayoutVars>
      </dgm:prSet>
      <dgm:spPr/>
    </dgm:pt>
    <dgm:pt modelId="{093BA535-1245-4292-A734-B44AED86662A}" type="pres">
      <dgm:prSet presAssocID="{6D3BFC10-BB54-4916-B164-6765AF30B32A}" presName="BalanceSpacing" presStyleCnt="0"/>
      <dgm:spPr/>
    </dgm:pt>
    <dgm:pt modelId="{06A1100B-9AB8-40BA-8656-35B6FF8C779D}" type="pres">
      <dgm:prSet presAssocID="{6D3BFC10-BB54-4916-B164-6765AF30B32A}" presName="BalanceSpacing1" presStyleCnt="0"/>
      <dgm:spPr/>
    </dgm:pt>
    <dgm:pt modelId="{86FBD629-369A-481F-A8C6-7D9756F841A5}" type="pres">
      <dgm:prSet presAssocID="{75BB301E-59C4-47C0-B788-EDD2393580D1}" presName="Accent1Text" presStyleLbl="node1" presStyleIdx="1" presStyleCnt="6"/>
      <dgm:spPr/>
    </dgm:pt>
    <dgm:pt modelId="{71959FE5-DB04-4E44-80A8-30A2700346CC}" type="pres">
      <dgm:prSet presAssocID="{75BB301E-59C4-47C0-B788-EDD2393580D1}" presName="spaceBetweenRectangles" presStyleCnt="0"/>
      <dgm:spPr/>
    </dgm:pt>
    <dgm:pt modelId="{2BD48FE7-F04D-409E-A55C-E43803E8E395}" type="pres">
      <dgm:prSet presAssocID="{0815FDC9-B0F6-4901-84EF-2D2A6D448D3C}" presName="composite" presStyleCnt="0"/>
      <dgm:spPr/>
    </dgm:pt>
    <dgm:pt modelId="{6E4024B6-DB4F-4822-83E1-5A0965D842C7}" type="pres">
      <dgm:prSet presAssocID="{0815FDC9-B0F6-4901-84EF-2D2A6D448D3C}" presName="Parent1" presStyleLbl="node1" presStyleIdx="2" presStyleCnt="6">
        <dgm:presLayoutVars>
          <dgm:chMax val="1"/>
          <dgm:chPref val="1"/>
          <dgm:bulletEnabled val="1"/>
        </dgm:presLayoutVars>
      </dgm:prSet>
      <dgm:spPr/>
    </dgm:pt>
    <dgm:pt modelId="{F02C875A-6EEA-4F3B-A0AE-DADC09778194}" type="pres">
      <dgm:prSet presAssocID="{0815FDC9-B0F6-4901-84EF-2D2A6D448D3C}" presName="Childtext1" presStyleLbl="revTx" presStyleIdx="1" presStyleCnt="3">
        <dgm:presLayoutVars>
          <dgm:chMax val="0"/>
          <dgm:chPref val="0"/>
          <dgm:bulletEnabled val="1"/>
        </dgm:presLayoutVars>
      </dgm:prSet>
      <dgm:spPr/>
    </dgm:pt>
    <dgm:pt modelId="{6D9827BC-D93E-436A-A1B8-340B280B82DF}" type="pres">
      <dgm:prSet presAssocID="{0815FDC9-B0F6-4901-84EF-2D2A6D448D3C}" presName="BalanceSpacing" presStyleCnt="0"/>
      <dgm:spPr/>
    </dgm:pt>
    <dgm:pt modelId="{0A014495-5C69-4C18-9B42-2AAFA01FB8F8}" type="pres">
      <dgm:prSet presAssocID="{0815FDC9-B0F6-4901-84EF-2D2A6D448D3C}" presName="BalanceSpacing1" presStyleCnt="0"/>
      <dgm:spPr/>
    </dgm:pt>
    <dgm:pt modelId="{04CC5CAC-580B-4536-B8D7-B32FB479EBEA}" type="pres">
      <dgm:prSet presAssocID="{13C41C80-57F5-44CB-9437-FB0834774978}" presName="Accent1Text" presStyleLbl="node1" presStyleIdx="3" presStyleCnt="6"/>
      <dgm:spPr/>
    </dgm:pt>
    <dgm:pt modelId="{FF6B66EE-7B17-4900-B44D-1F7EB9E12822}" type="pres">
      <dgm:prSet presAssocID="{13C41C80-57F5-44CB-9437-FB0834774978}" presName="spaceBetweenRectangles" presStyleCnt="0"/>
      <dgm:spPr/>
    </dgm:pt>
    <dgm:pt modelId="{B0ADE4C9-4533-45D6-8535-31EC5992B63E}" type="pres">
      <dgm:prSet presAssocID="{61EAE5C6-19E1-4FDA-9D21-AF92F88C48B4}" presName="composite" presStyleCnt="0"/>
      <dgm:spPr/>
    </dgm:pt>
    <dgm:pt modelId="{3D26DE73-554A-4FF1-9D49-CBCD2628582E}" type="pres">
      <dgm:prSet presAssocID="{61EAE5C6-19E1-4FDA-9D21-AF92F88C48B4}" presName="Parent1" presStyleLbl="node1" presStyleIdx="4" presStyleCnt="6">
        <dgm:presLayoutVars>
          <dgm:chMax val="1"/>
          <dgm:chPref val="1"/>
          <dgm:bulletEnabled val="1"/>
        </dgm:presLayoutVars>
      </dgm:prSet>
      <dgm:spPr/>
    </dgm:pt>
    <dgm:pt modelId="{A07E2AA9-DABB-4C82-BEF6-3D9527D52E75}" type="pres">
      <dgm:prSet presAssocID="{61EAE5C6-19E1-4FDA-9D21-AF92F88C48B4}" presName="Childtext1" presStyleLbl="revTx" presStyleIdx="2" presStyleCnt="3">
        <dgm:presLayoutVars>
          <dgm:chMax val="0"/>
          <dgm:chPref val="0"/>
          <dgm:bulletEnabled val="1"/>
        </dgm:presLayoutVars>
      </dgm:prSet>
      <dgm:spPr/>
    </dgm:pt>
    <dgm:pt modelId="{AA0C7EA1-BD86-4810-B542-4E2CF24719BC}" type="pres">
      <dgm:prSet presAssocID="{61EAE5C6-19E1-4FDA-9D21-AF92F88C48B4}" presName="BalanceSpacing" presStyleCnt="0"/>
      <dgm:spPr/>
    </dgm:pt>
    <dgm:pt modelId="{711BC29C-B478-401D-92F4-4E5878302D8C}" type="pres">
      <dgm:prSet presAssocID="{61EAE5C6-19E1-4FDA-9D21-AF92F88C48B4}" presName="BalanceSpacing1" presStyleCnt="0"/>
      <dgm:spPr/>
    </dgm:pt>
    <dgm:pt modelId="{51975DA1-5CBD-4B02-A20B-2FD0A4D7F070}" type="pres">
      <dgm:prSet presAssocID="{E9AE6D18-BF5E-42A8-A5A7-06C44018AE78}" presName="Accent1Text" presStyleLbl="node1" presStyleIdx="5" presStyleCnt="6"/>
      <dgm:spPr/>
    </dgm:pt>
  </dgm:ptLst>
  <dgm:cxnLst>
    <dgm:cxn modelId="{440E0402-C8A4-4E68-9464-F675F9602811}" type="presOf" srcId="{13C41C80-57F5-44CB-9437-FB0834774978}" destId="{04CC5CAC-580B-4536-B8D7-B32FB479EBEA}" srcOrd="0" destOrd="0" presId="urn:microsoft.com/office/officeart/2008/layout/AlternatingHexagons"/>
    <dgm:cxn modelId="{8294A405-4114-433E-BF62-79CF0353C256}" type="presOf" srcId="{75BB301E-59C4-47C0-B788-EDD2393580D1}" destId="{86FBD629-369A-481F-A8C6-7D9756F841A5}" srcOrd="0" destOrd="0" presId="urn:microsoft.com/office/officeart/2008/layout/AlternatingHexagons"/>
    <dgm:cxn modelId="{3D74BC0F-0E70-4AE9-9D84-3EECBA94511A}" type="presOf" srcId="{0815FDC9-B0F6-4901-84EF-2D2A6D448D3C}" destId="{6E4024B6-DB4F-4822-83E1-5A0965D842C7}" srcOrd="0" destOrd="0" presId="urn:microsoft.com/office/officeart/2008/layout/AlternatingHexagons"/>
    <dgm:cxn modelId="{901F1A34-E087-4B08-8E94-AC55DEC40427}" srcId="{2482DB25-6233-431C-8982-A339E2DB2BF6}" destId="{0815FDC9-B0F6-4901-84EF-2D2A6D448D3C}" srcOrd="1" destOrd="0" parTransId="{096D7769-127D-4507-88F9-7BA8DBEEAECE}" sibTransId="{13C41C80-57F5-44CB-9437-FB0834774978}"/>
    <dgm:cxn modelId="{D68F813A-B233-4E64-B54D-E8E43763BBFD}" type="presOf" srcId="{E9AE6D18-BF5E-42A8-A5A7-06C44018AE78}" destId="{51975DA1-5CBD-4B02-A20B-2FD0A4D7F070}" srcOrd="0" destOrd="0" presId="urn:microsoft.com/office/officeart/2008/layout/AlternatingHexagons"/>
    <dgm:cxn modelId="{0CA7AE49-0C6F-46FD-9D93-C0B09642AB5B}" srcId="{0815FDC9-B0F6-4901-84EF-2D2A6D448D3C}" destId="{2ABE81E0-F7BE-4435-AE16-32490D4C6934}" srcOrd="0" destOrd="0" parTransId="{195417DF-DE9A-4928-AB35-7A6CF2BED4D9}" sibTransId="{1AEC78AA-8979-4D5D-8AEC-2A84C3D13610}"/>
    <dgm:cxn modelId="{47E97B71-4C1B-49DF-A75B-B25479890798}" srcId="{2482DB25-6233-431C-8982-A339E2DB2BF6}" destId="{61EAE5C6-19E1-4FDA-9D21-AF92F88C48B4}" srcOrd="2" destOrd="0" parTransId="{65FDFB6C-191A-4B65-8C03-744333266898}" sibTransId="{E9AE6D18-BF5E-42A8-A5A7-06C44018AE78}"/>
    <dgm:cxn modelId="{B43EE67C-5AA3-4D7E-90B9-FA14DF00B0DC}" srcId="{6D3BFC10-BB54-4916-B164-6765AF30B32A}" destId="{901A43D4-1734-4217-AC2F-FC51A9E6968B}" srcOrd="0" destOrd="0" parTransId="{0E50DE4C-7E66-4A4D-B6C8-23BFAE379083}" sibTransId="{F5F2F980-4ED7-44F1-9BFB-35BFC2558206}"/>
    <dgm:cxn modelId="{0139B37F-56BC-419F-A0B4-93C399602140}" type="presOf" srcId="{2482DB25-6233-431C-8982-A339E2DB2BF6}" destId="{AED7E1A2-7452-418B-B72A-EF990C44E000}" srcOrd="0" destOrd="0" presId="urn:microsoft.com/office/officeart/2008/layout/AlternatingHexagons"/>
    <dgm:cxn modelId="{BC0993A6-34DB-406E-8018-99F30C8041E4}" type="presOf" srcId="{61EAE5C6-19E1-4FDA-9D21-AF92F88C48B4}" destId="{3D26DE73-554A-4FF1-9D49-CBCD2628582E}" srcOrd="0" destOrd="0" presId="urn:microsoft.com/office/officeart/2008/layout/AlternatingHexagons"/>
    <dgm:cxn modelId="{E645EBB6-0317-40D4-B4A1-858B472E4695}" type="presOf" srcId="{2ABE81E0-F7BE-4435-AE16-32490D4C6934}" destId="{F02C875A-6EEA-4F3B-A0AE-DADC09778194}" srcOrd="0" destOrd="0" presId="urn:microsoft.com/office/officeart/2008/layout/AlternatingHexagons"/>
    <dgm:cxn modelId="{0399C8BF-333A-49A7-BC42-AAB4A2D73AA3}" srcId="{61EAE5C6-19E1-4FDA-9D21-AF92F88C48B4}" destId="{A150158B-0A78-4A38-ABE3-F5920CFFD5A2}" srcOrd="0" destOrd="0" parTransId="{63D03FCA-66D3-43CD-95BF-945B0BD69232}" sibTransId="{35589350-20DA-4C6A-A94B-DAFD273FDB19}"/>
    <dgm:cxn modelId="{48FB1DC9-AC8A-4BC5-A0A2-A37F9FD35A2C}" srcId="{2482DB25-6233-431C-8982-A339E2DB2BF6}" destId="{6D3BFC10-BB54-4916-B164-6765AF30B32A}" srcOrd="0" destOrd="0" parTransId="{B8833A5F-E48C-4A4F-9393-F9B25D8EE640}" sibTransId="{75BB301E-59C4-47C0-B788-EDD2393580D1}"/>
    <dgm:cxn modelId="{CA1D87DE-E728-4BDD-AA33-ADF6B0983040}" type="presOf" srcId="{A150158B-0A78-4A38-ABE3-F5920CFFD5A2}" destId="{A07E2AA9-DABB-4C82-BEF6-3D9527D52E75}" srcOrd="0" destOrd="0" presId="urn:microsoft.com/office/officeart/2008/layout/AlternatingHexagons"/>
    <dgm:cxn modelId="{7BE4FDE0-9372-4467-9E92-D1C876EAF0F9}" type="presOf" srcId="{901A43D4-1734-4217-AC2F-FC51A9E6968B}" destId="{B2238573-E2B9-4E3A-8AA4-8771A3F4B989}" srcOrd="0" destOrd="0" presId="urn:microsoft.com/office/officeart/2008/layout/AlternatingHexagons"/>
    <dgm:cxn modelId="{C50F88E9-E6EF-4F13-AF6B-44210C6CABAA}" type="presOf" srcId="{6D3BFC10-BB54-4916-B164-6765AF30B32A}" destId="{47DD6405-D570-470E-943C-5403C08D461F}" srcOrd="0" destOrd="0" presId="urn:microsoft.com/office/officeart/2008/layout/AlternatingHexagons"/>
    <dgm:cxn modelId="{D6729946-144C-4142-A92F-A2A480CB62EF}" type="presParOf" srcId="{AED7E1A2-7452-418B-B72A-EF990C44E000}" destId="{6C3A1409-5785-497B-90BA-749D20ED8A2B}" srcOrd="0" destOrd="0" presId="urn:microsoft.com/office/officeart/2008/layout/AlternatingHexagons"/>
    <dgm:cxn modelId="{F09DEC5D-090D-4D0B-9E5D-312229B3AA3B}" type="presParOf" srcId="{6C3A1409-5785-497B-90BA-749D20ED8A2B}" destId="{47DD6405-D570-470E-943C-5403C08D461F}" srcOrd="0" destOrd="0" presId="urn:microsoft.com/office/officeart/2008/layout/AlternatingHexagons"/>
    <dgm:cxn modelId="{1000B9F6-E877-4B9D-BD22-077B1F4E30AC}" type="presParOf" srcId="{6C3A1409-5785-497B-90BA-749D20ED8A2B}" destId="{B2238573-E2B9-4E3A-8AA4-8771A3F4B989}" srcOrd="1" destOrd="0" presId="urn:microsoft.com/office/officeart/2008/layout/AlternatingHexagons"/>
    <dgm:cxn modelId="{64B82308-7EA2-4DF5-8F4F-D7A7424FDE8A}" type="presParOf" srcId="{6C3A1409-5785-497B-90BA-749D20ED8A2B}" destId="{093BA535-1245-4292-A734-B44AED86662A}" srcOrd="2" destOrd="0" presId="urn:microsoft.com/office/officeart/2008/layout/AlternatingHexagons"/>
    <dgm:cxn modelId="{59C3C719-69F0-4BBB-A271-5CA658902E50}" type="presParOf" srcId="{6C3A1409-5785-497B-90BA-749D20ED8A2B}" destId="{06A1100B-9AB8-40BA-8656-35B6FF8C779D}" srcOrd="3" destOrd="0" presId="urn:microsoft.com/office/officeart/2008/layout/AlternatingHexagons"/>
    <dgm:cxn modelId="{8D95F0E8-1968-4772-8851-E1B3E99AE3DA}" type="presParOf" srcId="{6C3A1409-5785-497B-90BA-749D20ED8A2B}" destId="{86FBD629-369A-481F-A8C6-7D9756F841A5}" srcOrd="4" destOrd="0" presId="urn:microsoft.com/office/officeart/2008/layout/AlternatingHexagons"/>
    <dgm:cxn modelId="{D77AEC15-A02C-4F4E-BFBB-E021F2909FC5}" type="presParOf" srcId="{AED7E1A2-7452-418B-B72A-EF990C44E000}" destId="{71959FE5-DB04-4E44-80A8-30A2700346CC}" srcOrd="1" destOrd="0" presId="urn:microsoft.com/office/officeart/2008/layout/AlternatingHexagons"/>
    <dgm:cxn modelId="{EA86887A-9DBF-448C-B49B-F5FAC70EC58A}" type="presParOf" srcId="{AED7E1A2-7452-418B-B72A-EF990C44E000}" destId="{2BD48FE7-F04D-409E-A55C-E43803E8E395}" srcOrd="2" destOrd="0" presId="urn:microsoft.com/office/officeart/2008/layout/AlternatingHexagons"/>
    <dgm:cxn modelId="{F9F51D57-E6CB-4D26-8084-A4A78EA26CD3}" type="presParOf" srcId="{2BD48FE7-F04D-409E-A55C-E43803E8E395}" destId="{6E4024B6-DB4F-4822-83E1-5A0965D842C7}" srcOrd="0" destOrd="0" presId="urn:microsoft.com/office/officeart/2008/layout/AlternatingHexagons"/>
    <dgm:cxn modelId="{AFFB0FA5-69C2-4F52-B0DB-B8AD85DC645B}" type="presParOf" srcId="{2BD48FE7-F04D-409E-A55C-E43803E8E395}" destId="{F02C875A-6EEA-4F3B-A0AE-DADC09778194}" srcOrd="1" destOrd="0" presId="urn:microsoft.com/office/officeart/2008/layout/AlternatingHexagons"/>
    <dgm:cxn modelId="{B66D8401-97FB-4352-9B7F-6280CD5607AD}" type="presParOf" srcId="{2BD48FE7-F04D-409E-A55C-E43803E8E395}" destId="{6D9827BC-D93E-436A-A1B8-340B280B82DF}" srcOrd="2" destOrd="0" presId="urn:microsoft.com/office/officeart/2008/layout/AlternatingHexagons"/>
    <dgm:cxn modelId="{B96927D9-AB78-4581-B9B2-195E99E7CAF8}" type="presParOf" srcId="{2BD48FE7-F04D-409E-A55C-E43803E8E395}" destId="{0A014495-5C69-4C18-9B42-2AAFA01FB8F8}" srcOrd="3" destOrd="0" presId="urn:microsoft.com/office/officeart/2008/layout/AlternatingHexagons"/>
    <dgm:cxn modelId="{34C6C95B-8DF2-409C-8547-28941D011047}" type="presParOf" srcId="{2BD48FE7-F04D-409E-A55C-E43803E8E395}" destId="{04CC5CAC-580B-4536-B8D7-B32FB479EBEA}" srcOrd="4" destOrd="0" presId="urn:microsoft.com/office/officeart/2008/layout/AlternatingHexagons"/>
    <dgm:cxn modelId="{13BED90D-6C20-46C5-8AC2-EBFAA15C8E30}" type="presParOf" srcId="{AED7E1A2-7452-418B-B72A-EF990C44E000}" destId="{FF6B66EE-7B17-4900-B44D-1F7EB9E12822}" srcOrd="3" destOrd="0" presId="urn:microsoft.com/office/officeart/2008/layout/AlternatingHexagons"/>
    <dgm:cxn modelId="{56F14B53-C7FA-4DBB-BFBD-66694DD40C06}" type="presParOf" srcId="{AED7E1A2-7452-418B-B72A-EF990C44E000}" destId="{B0ADE4C9-4533-45D6-8535-31EC5992B63E}" srcOrd="4" destOrd="0" presId="urn:microsoft.com/office/officeart/2008/layout/AlternatingHexagons"/>
    <dgm:cxn modelId="{A091D142-D680-424B-9FC9-94754F83E405}" type="presParOf" srcId="{B0ADE4C9-4533-45D6-8535-31EC5992B63E}" destId="{3D26DE73-554A-4FF1-9D49-CBCD2628582E}" srcOrd="0" destOrd="0" presId="urn:microsoft.com/office/officeart/2008/layout/AlternatingHexagons"/>
    <dgm:cxn modelId="{2A666811-DF3B-4838-992E-AE964729EF89}" type="presParOf" srcId="{B0ADE4C9-4533-45D6-8535-31EC5992B63E}" destId="{A07E2AA9-DABB-4C82-BEF6-3D9527D52E75}" srcOrd="1" destOrd="0" presId="urn:microsoft.com/office/officeart/2008/layout/AlternatingHexagons"/>
    <dgm:cxn modelId="{3982D5EA-5447-415D-A8D1-92E53E1B702D}" type="presParOf" srcId="{B0ADE4C9-4533-45D6-8535-31EC5992B63E}" destId="{AA0C7EA1-BD86-4810-B542-4E2CF24719BC}" srcOrd="2" destOrd="0" presId="urn:microsoft.com/office/officeart/2008/layout/AlternatingHexagons"/>
    <dgm:cxn modelId="{1B14DF40-3985-4F40-84CC-9B8E2212E3AE}" type="presParOf" srcId="{B0ADE4C9-4533-45D6-8535-31EC5992B63E}" destId="{711BC29C-B478-401D-92F4-4E5878302D8C}" srcOrd="3" destOrd="0" presId="urn:microsoft.com/office/officeart/2008/layout/AlternatingHexagons"/>
    <dgm:cxn modelId="{055574B9-4146-4BE0-BA2B-F8F8E0C686D0}" type="presParOf" srcId="{B0ADE4C9-4533-45D6-8535-31EC5992B63E}" destId="{51975DA1-5CBD-4B02-A20B-2FD0A4D7F070}"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618D0C8-2117-49B6-A231-86F5E5F89CF1}" type="doc">
      <dgm:prSet loTypeId="urn:microsoft.com/office/officeart/2011/layout/TabList" loCatId="officeonline" qsTypeId="urn:microsoft.com/office/officeart/2005/8/quickstyle/simple1" qsCatId="simple" csTypeId="urn:microsoft.com/office/officeart/2005/8/colors/accent1_2" csCatId="accent1" phldr="0"/>
      <dgm:spPr/>
      <dgm:t>
        <a:bodyPr/>
        <a:lstStyle/>
        <a:p>
          <a:endParaRPr lang="en-US"/>
        </a:p>
      </dgm:t>
    </dgm:pt>
    <dgm:pt modelId="{14DDD144-B1E2-46FA-958F-ACF9FA20885F}">
      <dgm:prSet phldrT="[Text]" phldr="1"/>
      <dgm:spPr/>
      <dgm:t>
        <a:bodyPr/>
        <a:lstStyle/>
        <a:p>
          <a:endParaRPr lang="en-US"/>
        </a:p>
      </dgm:t>
    </dgm:pt>
    <dgm:pt modelId="{1E37C148-4800-4706-91AF-3D8621237393}" type="parTrans" cxnId="{4025E713-AD47-4D74-8A57-37B2E3627E7E}">
      <dgm:prSet/>
      <dgm:spPr/>
      <dgm:t>
        <a:bodyPr/>
        <a:lstStyle/>
        <a:p>
          <a:endParaRPr lang="en-US"/>
        </a:p>
      </dgm:t>
    </dgm:pt>
    <dgm:pt modelId="{993BD0BA-72CA-484C-A005-77ACAC8FEB6C}" type="sibTrans" cxnId="{4025E713-AD47-4D74-8A57-37B2E3627E7E}">
      <dgm:prSet/>
      <dgm:spPr/>
      <dgm:t>
        <a:bodyPr/>
        <a:lstStyle/>
        <a:p>
          <a:endParaRPr lang="en-US"/>
        </a:p>
      </dgm:t>
    </dgm:pt>
    <dgm:pt modelId="{F33F470B-30B6-4FB2-AF11-E2E2B6A6DA90}">
      <dgm:prSet phldrT="[Text]" phldr="1"/>
      <dgm:spPr/>
      <dgm:t>
        <a:bodyPr/>
        <a:lstStyle/>
        <a:p>
          <a:endParaRPr lang="en-US" dirty="0"/>
        </a:p>
      </dgm:t>
    </dgm:pt>
    <dgm:pt modelId="{F4113F4D-7E59-4AB2-B2B2-6164A02F776E}" type="parTrans" cxnId="{8208B4EF-585A-4E5D-A720-B0F81A1FA8DD}">
      <dgm:prSet/>
      <dgm:spPr/>
      <dgm:t>
        <a:bodyPr/>
        <a:lstStyle/>
        <a:p>
          <a:endParaRPr lang="en-US"/>
        </a:p>
      </dgm:t>
    </dgm:pt>
    <dgm:pt modelId="{6CB1BD6B-D4CC-4270-8E20-31BE73B73965}" type="sibTrans" cxnId="{8208B4EF-585A-4E5D-A720-B0F81A1FA8DD}">
      <dgm:prSet/>
      <dgm:spPr/>
      <dgm:t>
        <a:bodyPr/>
        <a:lstStyle/>
        <a:p>
          <a:endParaRPr lang="en-US"/>
        </a:p>
      </dgm:t>
    </dgm:pt>
    <dgm:pt modelId="{9853B0FF-841A-49BD-8673-492898078000}">
      <dgm:prSet phldrT="[Text]" phldr="1"/>
      <dgm:spPr/>
      <dgm:t>
        <a:bodyPr/>
        <a:lstStyle/>
        <a:p>
          <a:endParaRPr lang="en-US"/>
        </a:p>
      </dgm:t>
    </dgm:pt>
    <dgm:pt modelId="{2E3F1D5D-8E52-4B73-A9D3-C47D29AF5164}" type="parTrans" cxnId="{F94A4F15-57D2-40D6-93B5-7F89253CE296}">
      <dgm:prSet/>
      <dgm:spPr/>
      <dgm:t>
        <a:bodyPr/>
        <a:lstStyle/>
        <a:p>
          <a:endParaRPr lang="en-US"/>
        </a:p>
      </dgm:t>
    </dgm:pt>
    <dgm:pt modelId="{430050E4-FBB6-4FE5-9641-BAFEB88F8D40}" type="sibTrans" cxnId="{F94A4F15-57D2-40D6-93B5-7F89253CE296}">
      <dgm:prSet/>
      <dgm:spPr/>
      <dgm:t>
        <a:bodyPr/>
        <a:lstStyle/>
        <a:p>
          <a:endParaRPr lang="en-US"/>
        </a:p>
      </dgm:t>
    </dgm:pt>
    <dgm:pt modelId="{69ACD593-24F2-40A2-B9F9-B9445E41BDC2}">
      <dgm:prSet phldrT="[Text]" phldr="1"/>
      <dgm:spPr/>
      <dgm:t>
        <a:bodyPr/>
        <a:lstStyle/>
        <a:p>
          <a:endParaRPr lang="en-US"/>
        </a:p>
      </dgm:t>
    </dgm:pt>
    <dgm:pt modelId="{4E48EA53-3308-4F68-B7DA-2143782F1C11}" type="parTrans" cxnId="{6067988A-FF0C-4566-95B1-77FD453AB1F6}">
      <dgm:prSet/>
      <dgm:spPr/>
      <dgm:t>
        <a:bodyPr/>
        <a:lstStyle/>
        <a:p>
          <a:endParaRPr lang="en-US"/>
        </a:p>
      </dgm:t>
    </dgm:pt>
    <dgm:pt modelId="{91AE6B9A-414A-402F-94F2-836D2B063C94}" type="sibTrans" cxnId="{6067988A-FF0C-4566-95B1-77FD453AB1F6}">
      <dgm:prSet/>
      <dgm:spPr/>
      <dgm:t>
        <a:bodyPr/>
        <a:lstStyle/>
        <a:p>
          <a:endParaRPr lang="en-US"/>
        </a:p>
      </dgm:t>
    </dgm:pt>
    <dgm:pt modelId="{65953B29-50FA-4C89-8A7A-B418861F2684}">
      <dgm:prSet phldrT="[Text]" phldr="1"/>
      <dgm:spPr/>
      <dgm:t>
        <a:bodyPr/>
        <a:lstStyle/>
        <a:p>
          <a:endParaRPr lang="en-US"/>
        </a:p>
      </dgm:t>
    </dgm:pt>
    <dgm:pt modelId="{337CDCFD-4C24-4DDA-A405-AD2ED535C6A8}" type="parTrans" cxnId="{F31E47A5-9D88-48D5-9BC3-1338A78C24DE}">
      <dgm:prSet/>
      <dgm:spPr/>
      <dgm:t>
        <a:bodyPr/>
        <a:lstStyle/>
        <a:p>
          <a:endParaRPr lang="en-US"/>
        </a:p>
      </dgm:t>
    </dgm:pt>
    <dgm:pt modelId="{352977A2-6396-4D30-9D9F-8BF49CFB1F82}" type="sibTrans" cxnId="{F31E47A5-9D88-48D5-9BC3-1338A78C24DE}">
      <dgm:prSet/>
      <dgm:spPr/>
      <dgm:t>
        <a:bodyPr/>
        <a:lstStyle/>
        <a:p>
          <a:endParaRPr lang="en-US"/>
        </a:p>
      </dgm:t>
    </dgm:pt>
    <dgm:pt modelId="{0C38296C-33A0-453D-BDDE-CA8FE7451D03}">
      <dgm:prSet phldrT="[Text]" phldr="1"/>
      <dgm:spPr/>
      <dgm:t>
        <a:bodyPr/>
        <a:lstStyle/>
        <a:p>
          <a:endParaRPr lang="en-US"/>
        </a:p>
      </dgm:t>
    </dgm:pt>
    <dgm:pt modelId="{1497D052-381A-4F9E-85F8-721D9CAD1777}" type="parTrans" cxnId="{EF415F67-E5CA-4542-8C1E-FD8518AB7D9C}">
      <dgm:prSet/>
      <dgm:spPr/>
      <dgm:t>
        <a:bodyPr/>
        <a:lstStyle/>
        <a:p>
          <a:endParaRPr lang="en-US"/>
        </a:p>
      </dgm:t>
    </dgm:pt>
    <dgm:pt modelId="{3107CDE9-DA2C-42B5-A785-669C859E5873}" type="sibTrans" cxnId="{EF415F67-E5CA-4542-8C1E-FD8518AB7D9C}">
      <dgm:prSet/>
      <dgm:spPr/>
      <dgm:t>
        <a:bodyPr/>
        <a:lstStyle/>
        <a:p>
          <a:endParaRPr lang="en-US"/>
        </a:p>
      </dgm:t>
    </dgm:pt>
    <dgm:pt modelId="{B582D56A-2F78-417D-9DCF-E3DED0AFA8BD}">
      <dgm:prSet phldrT="[Text]" phldr="1"/>
      <dgm:spPr/>
      <dgm:t>
        <a:bodyPr/>
        <a:lstStyle/>
        <a:p>
          <a:endParaRPr lang="en-US"/>
        </a:p>
      </dgm:t>
    </dgm:pt>
    <dgm:pt modelId="{BC5F2FDC-3355-4E88-BC58-CF8F96B56670}" type="parTrans" cxnId="{BAA7812E-54F4-424D-B3EB-ECA200F233BB}">
      <dgm:prSet/>
      <dgm:spPr/>
      <dgm:t>
        <a:bodyPr/>
        <a:lstStyle/>
        <a:p>
          <a:endParaRPr lang="en-US"/>
        </a:p>
      </dgm:t>
    </dgm:pt>
    <dgm:pt modelId="{F9824420-46AD-43D7-B924-1C1EB67A9DFD}" type="sibTrans" cxnId="{BAA7812E-54F4-424D-B3EB-ECA200F233BB}">
      <dgm:prSet/>
      <dgm:spPr/>
      <dgm:t>
        <a:bodyPr/>
        <a:lstStyle/>
        <a:p>
          <a:endParaRPr lang="en-US"/>
        </a:p>
      </dgm:t>
    </dgm:pt>
    <dgm:pt modelId="{4F7A7DDD-5D92-4E79-AC42-7025F0F33069}">
      <dgm:prSet phldrT="[Text]" phldr="1"/>
      <dgm:spPr/>
      <dgm:t>
        <a:bodyPr/>
        <a:lstStyle/>
        <a:p>
          <a:endParaRPr lang="en-US"/>
        </a:p>
      </dgm:t>
    </dgm:pt>
    <dgm:pt modelId="{883089CE-C5D8-48F3-B08E-7717F07BC41F}" type="parTrans" cxnId="{4E36AD15-CE96-4D0F-8F1C-353A568FC5ED}">
      <dgm:prSet/>
      <dgm:spPr/>
      <dgm:t>
        <a:bodyPr/>
        <a:lstStyle/>
        <a:p>
          <a:endParaRPr lang="en-US"/>
        </a:p>
      </dgm:t>
    </dgm:pt>
    <dgm:pt modelId="{798C6C69-5DCE-4389-93F5-AF34504AE911}" type="sibTrans" cxnId="{4E36AD15-CE96-4D0F-8F1C-353A568FC5ED}">
      <dgm:prSet/>
      <dgm:spPr/>
      <dgm:t>
        <a:bodyPr/>
        <a:lstStyle/>
        <a:p>
          <a:endParaRPr lang="en-US"/>
        </a:p>
      </dgm:t>
    </dgm:pt>
    <dgm:pt modelId="{7E7F653E-F3ED-4A6E-B464-0156EB5A7DDF}">
      <dgm:prSet phldrT="[Text]" phldr="1"/>
      <dgm:spPr/>
      <dgm:t>
        <a:bodyPr/>
        <a:lstStyle/>
        <a:p>
          <a:endParaRPr lang="en-US"/>
        </a:p>
      </dgm:t>
    </dgm:pt>
    <dgm:pt modelId="{67122B76-F157-4C6F-AC3C-F6AC996ACBFB}" type="parTrans" cxnId="{4CDC5553-2A6E-4E3C-802A-7F134791C785}">
      <dgm:prSet/>
      <dgm:spPr/>
      <dgm:t>
        <a:bodyPr/>
        <a:lstStyle/>
        <a:p>
          <a:endParaRPr lang="en-US"/>
        </a:p>
      </dgm:t>
    </dgm:pt>
    <dgm:pt modelId="{42E8EC92-2F61-40FD-801B-2DFFFC79CF1B}" type="sibTrans" cxnId="{4CDC5553-2A6E-4E3C-802A-7F134791C785}">
      <dgm:prSet/>
      <dgm:spPr/>
      <dgm:t>
        <a:bodyPr/>
        <a:lstStyle/>
        <a:p>
          <a:endParaRPr lang="en-US"/>
        </a:p>
      </dgm:t>
    </dgm:pt>
    <dgm:pt modelId="{9DB1A307-7821-4F46-A2D7-6AD995BE4BCF}" type="pres">
      <dgm:prSet presAssocID="{8618D0C8-2117-49B6-A231-86F5E5F89CF1}" presName="Name0" presStyleCnt="0">
        <dgm:presLayoutVars>
          <dgm:chMax/>
          <dgm:chPref val="3"/>
          <dgm:dir/>
          <dgm:animOne val="branch"/>
          <dgm:animLvl val="lvl"/>
        </dgm:presLayoutVars>
      </dgm:prSet>
      <dgm:spPr/>
    </dgm:pt>
    <dgm:pt modelId="{36B9D2C7-4F26-45AA-BDA6-16155EE8F273}" type="pres">
      <dgm:prSet presAssocID="{14DDD144-B1E2-46FA-958F-ACF9FA20885F}" presName="composite" presStyleCnt="0"/>
      <dgm:spPr/>
    </dgm:pt>
    <dgm:pt modelId="{F8F424E1-D5A4-46C1-BB02-52469971AE81}" type="pres">
      <dgm:prSet presAssocID="{14DDD144-B1E2-46FA-958F-ACF9FA20885F}" presName="FirstChild" presStyleLbl="revTx" presStyleIdx="0" presStyleCnt="6">
        <dgm:presLayoutVars>
          <dgm:chMax val="0"/>
          <dgm:chPref val="0"/>
          <dgm:bulletEnabled val="1"/>
        </dgm:presLayoutVars>
      </dgm:prSet>
      <dgm:spPr/>
    </dgm:pt>
    <dgm:pt modelId="{B38D109C-0DC1-42A5-8E1E-B826F2DDBBD0}" type="pres">
      <dgm:prSet presAssocID="{14DDD144-B1E2-46FA-958F-ACF9FA20885F}" presName="Parent" presStyleLbl="alignNode1" presStyleIdx="0" presStyleCnt="3">
        <dgm:presLayoutVars>
          <dgm:chMax val="3"/>
          <dgm:chPref val="3"/>
          <dgm:bulletEnabled val="1"/>
        </dgm:presLayoutVars>
      </dgm:prSet>
      <dgm:spPr/>
    </dgm:pt>
    <dgm:pt modelId="{2A84E147-1253-4E25-9A19-C62B76F1E4DC}" type="pres">
      <dgm:prSet presAssocID="{14DDD144-B1E2-46FA-958F-ACF9FA20885F}" presName="Accent" presStyleLbl="parChTrans1D1" presStyleIdx="0" presStyleCnt="3"/>
      <dgm:spPr/>
    </dgm:pt>
    <dgm:pt modelId="{28C79002-A5E8-4CDB-BE89-491FEE18A573}" type="pres">
      <dgm:prSet presAssocID="{14DDD144-B1E2-46FA-958F-ACF9FA20885F}" presName="Child" presStyleLbl="revTx" presStyleIdx="1" presStyleCnt="6">
        <dgm:presLayoutVars>
          <dgm:chMax val="0"/>
          <dgm:chPref val="0"/>
          <dgm:bulletEnabled val="1"/>
        </dgm:presLayoutVars>
      </dgm:prSet>
      <dgm:spPr/>
    </dgm:pt>
    <dgm:pt modelId="{65BEAFDE-CAF3-434D-AE7A-D927A4F3EA5A}" type="pres">
      <dgm:prSet presAssocID="{993BD0BA-72CA-484C-A005-77ACAC8FEB6C}" presName="sibTrans" presStyleCnt="0"/>
      <dgm:spPr/>
    </dgm:pt>
    <dgm:pt modelId="{E0DB75FA-67D9-40E3-AA51-61F99224D31E}" type="pres">
      <dgm:prSet presAssocID="{69ACD593-24F2-40A2-B9F9-B9445E41BDC2}" presName="composite" presStyleCnt="0"/>
      <dgm:spPr/>
    </dgm:pt>
    <dgm:pt modelId="{2441774A-8B41-4C1F-89F7-D27906367476}" type="pres">
      <dgm:prSet presAssocID="{69ACD593-24F2-40A2-B9F9-B9445E41BDC2}" presName="FirstChild" presStyleLbl="revTx" presStyleIdx="2" presStyleCnt="6">
        <dgm:presLayoutVars>
          <dgm:chMax val="0"/>
          <dgm:chPref val="0"/>
          <dgm:bulletEnabled val="1"/>
        </dgm:presLayoutVars>
      </dgm:prSet>
      <dgm:spPr/>
    </dgm:pt>
    <dgm:pt modelId="{241C1946-9A13-4ED0-B90C-9F965A2DD757}" type="pres">
      <dgm:prSet presAssocID="{69ACD593-24F2-40A2-B9F9-B9445E41BDC2}" presName="Parent" presStyleLbl="alignNode1" presStyleIdx="1" presStyleCnt="3">
        <dgm:presLayoutVars>
          <dgm:chMax val="3"/>
          <dgm:chPref val="3"/>
          <dgm:bulletEnabled val="1"/>
        </dgm:presLayoutVars>
      </dgm:prSet>
      <dgm:spPr/>
    </dgm:pt>
    <dgm:pt modelId="{E2880BF6-1FC9-4C3F-99E9-5308A39ACCCF}" type="pres">
      <dgm:prSet presAssocID="{69ACD593-24F2-40A2-B9F9-B9445E41BDC2}" presName="Accent" presStyleLbl="parChTrans1D1" presStyleIdx="1" presStyleCnt="3"/>
      <dgm:spPr/>
    </dgm:pt>
    <dgm:pt modelId="{A88499F8-4E58-4AA5-AB8B-61F52F42D850}" type="pres">
      <dgm:prSet presAssocID="{69ACD593-24F2-40A2-B9F9-B9445E41BDC2}" presName="Child" presStyleLbl="revTx" presStyleIdx="3" presStyleCnt="6">
        <dgm:presLayoutVars>
          <dgm:chMax val="0"/>
          <dgm:chPref val="0"/>
          <dgm:bulletEnabled val="1"/>
        </dgm:presLayoutVars>
      </dgm:prSet>
      <dgm:spPr/>
    </dgm:pt>
    <dgm:pt modelId="{0259CCA5-E3DF-48C4-8945-6574687D1B25}" type="pres">
      <dgm:prSet presAssocID="{91AE6B9A-414A-402F-94F2-836D2B063C94}" presName="sibTrans" presStyleCnt="0"/>
      <dgm:spPr/>
    </dgm:pt>
    <dgm:pt modelId="{5FB3747D-C771-4EF5-BDFA-DC7E202ECDA0}" type="pres">
      <dgm:prSet presAssocID="{B582D56A-2F78-417D-9DCF-E3DED0AFA8BD}" presName="composite" presStyleCnt="0"/>
      <dgm:spPr/>
    </dgm:pt>
    <dgm:pt modelId="{686AA845-4E26-4080-9193-EE75601E47DA}" type="pres">
      <dgm:prSet presAssocID="{B582D56A-2F78-417D-9DCF-E3DED0AFA8BD}" presName="FirstChild" presStyleLbl="revTx" presStyleIdx="4" presStyleCnt="6">
        <dgm:presLayoutVars>
          <dgm:chMax val="0"/>
          <dgm:chPref val="0"/>
          <dgm:bulletEnabled val="1"/>
        </dgm:presLayoutVars>
      </dgm:prSet>
      <dgm:spPr/>
    </dgm:pt>
    <dgm:pt modelId="{5E2FDD54-7985-4D3A-B6E1-04A203AB51AF}" type="pres">
      <dgm:prSet presAssocID="{B582D56A-2F78-417D-9DCF-E3DED0AFA8BD}" presName="Parent" presStyleLbl="alignNode1" presStyleIdx="2" presStyleCnt="3">
        <dgm:presLayoutVars>
          <dgm:chMax val="3"/>
          <dgm:chPref val="3"/>
          <dgm:bulletEnabled val="1"/>
        </dgm:presLayoutVars>
      </dgm:prSet>
      <dgm:spPr/>
    </dgm:pt>
    <dgm:pt modelId="{763F9F6D-0922-492B-A67B-8CEFE728DFD7}" type="pres">
      <dgm:prSet presAssocID="{B582D56A-2F78-417D-9DCF-E3DED0AFA8BD}" presName="Accent" presStyleLbl="parChTrans1D1" presStyleIdx="2" presStyleCnt="3"/>
      <dgm:spPr/>
    </dgm:pt>
    <dgm:pt modelId="{56DE462D-8107-4789-AFE5-825841C3D3DE}" type="pres">
      <dgm:prSet presAssocID="{B582D56A-2F78-417D-9DCF-E3DED0AFA8BD}" presName="Child" presStyleLbl="revTx" presStyleIdx="5" presStyleCnt="6">
        <dgm:presLayoutVars>
          <dgm:chMax val="0"/>
          <dgm:chPref val="0"/>
          <dgm:bulletEnabled val="1"/>
        </dgm:presLayoutVars>
      </dgm:prSet>
      <dgm:spPr/>
    </dgm:pt>
  </dgm:ptLst>
  <dgm:cxnLst>
    <dgm:cxn modelId="{2975A606-4C1F-4B9F-8093-C7A5E289CEEA}" type="presOf" srcId="{9853B0FF-841A-49BD-8673-492898078000}" destId="{28C79002-A5E8-4CDB-BE89-491FEE18A573}" srcOrd="0" destOrd="0" presId="urn:microsoft.com/office/officeart/2011/layout/TabList"/>
    <dgm:cxn modelId="{4025E713-AD47-4D74-8A57-37B2E3627E7E}" srcId="{8618D0C8-2117-49B6-A231-86F5E5F89CF1}" destId="{14DDD144-B1E2-46FA-958F-ACF9FA20885F}" srcOrd="0" destOrd="0" parTransId="{1E37C148-4800-4706-91AF-3D8621237393}" sibTransId="{993BD0BA-72CA-484C-A005-77ACAC8FEB6C}"/>
    <dgm:cxn modelId="{F94A4F15-57D2-40D6-93B5-7F89253CE296}" srcId="{14DDD144-B1E2-46FA-958F-ACF9FA20885F}" destId="{9853B0FF-841A-49BD-8673-492898078000}" srcOrd="1" destOrd="0" parTransId="{2E3F1D5D-8E52-4B73-A9D3-C47D29AF5164}" sibTransId="{430050E4-FBB6-4FE5-9641-BAFEB88F8D40}"/>
    <dgm:cxn modelId="{4E36AD15-CE96-4D0F-8F1C-353A568FC5ED}" srcId="{B582D56A-2F78-417D-9DCF-E3DED0AFA8BD}" destId="{4F7A7DDD-5D92-4E79-AC42-7025F0F33069}" srcOrd="0" destOrd="0" parTransId="{883089CE-C5D8-48F3-B08E-7717F07BC41F}" sibTransId="{798C6C69-5DCE-4389-93F5-AF34504AE911}"/>
    <dgm:cxn modelId="{BAA7812E-54F4-424D-B3EB-ECA200F233BB}" srcId="{8618D0C8-2117-49B6-A231-86F5E5F89CF1}" destId="{B582D56A-2F78-417D-9DCF-E3DED0AFA8BD}" srcOrd="2" destOrd="0" parTransId="{BC5F2FDC-3355-4E88-BC58-CF8F96B56670}" sibTransId="{F9824420-46AD-43D7-B924-1C1EB67A9DFD}"/>
    <dgm:cxn modelId="{EF415F67-E5CA-4542-8C1E-FD8518AB7D9C}" srcId="{69ACD593-24F2-40A2-B9F9-B9445E41BDC2}" destId="{0C38296C-33A0-453D-BDDE-CA8FE7451D03}" srcOrd="1" destOrd="0" parTransId="{1497D052-381A-4F9E-85F8-721D9CAD1777}" sibTransId="{3107CDE9-DA2C-42B5-A785-669C859E5873}"/>
    <dgm:cxn modelId="{D9EB694B-57AC-4EB8-BF76-972765C88E08}" type="presOf" srcId="{14DDD144-B1E2-46FA-958F-ACF9FA20885F}" destId="{B38D109C-0DC1-42A5-8E1E-B826F2DDBBD0}" srcOrd="0" destOrd="0" presId="urn:microsoft.com/office/officeart/2011/layout/TabList"/>
    <dgm:cxn modelId="{DF789C4F-2B7A-4DC0-9715-98319CF2DDA3}" type="presOf" srcId="{8618D0C8-2117-49B6-A231-86F5E5F89CF1}" destId="{9DB1A307-7821-4F46-A2D7-6AD995BE4BCF}" srcOrd="0" destOrd="0" presId="urn:microsoft.com/office/officeart/2011/layout/TabList"/>
    <dgm:cxn modelId="{4CDC5553-2A6E-4E3C-802A-7F134791C785}" srcId="{B582D56A-2F78-417D-9DCF-E3DED0AFA8BD}" destId="{7E7F653E-F3ED-4A6E-B464-0156EB5A7DDF}" srcOrd="1" destOrd="0" parTransId="{67122B76-F157-4C6F-AC3C-F6AC996ACBFB}" sibTransId="{42E8EC92-2F61-40FD-801B-2DFFFC79CF1B}"/>
    <dgm:cxn modelId="{CDBC0C81-C4A3-44EA-B095-0D0DB003AB7B}" type="presOf" srcId="{69ACD593-24F2-40A2-B9F9-B9445E41BDC2}" destId="{241C1946-9A13-4ED0-B90C-9F965A2DD757}" srcOrd="0" destOrd="0" presId="urn:microsoft.com/office/officeart/2011/layout/TabList"/>
    <dgm:cxn modelId="{6067988A-FF0C-4566-95B1-77FD453AB1F6}" srcId="{8618D0C8-2117-49B6-A231-86F5E5F89CF1}" destId="{69ACD593-24F2-40A2-B9F9-B9445E41BDC2}" srcOrd="1" destOrd="0" parTransId="{4E48EA53-3308-4F68-B7DA-2143782F1C11}" sibTransId="{91AE6B9A-414A-402F-94F2-836D2B063C94}"/>
    <dgm:cxn modelId="{5AF4209B-1D3D-4D7A-87B8-2612B8825D59}" type="presOf" srcId="{7E7F653E-F3ED-4A6E-B464-0156EB5A7DDF}" destId="{56DE462D-8107-4789-AFE5-825841C3D3DE}" srcOrd="0" destOrd="0" presId="urn:microsoft.com/office/officeart/2011/layout/TabList"/>
    <dgm:cxn modelId="{F31E47A5-9D88-48D5-9BC3-1338A78C24DE}" srcId="{69ACD593-24F2-40A2-B9F9-B9445E41BDC2}" destId="{65953B29-50FA-4C89-8A7A-B418861F2684}" srcOrd="0" destOrd="0" parTransId="{337CDCFD-4C24-4DDA-A405-AD2ED535C6A8}" sibTransId="{352977A2-6396-4D30-9D9F-8BF49CFB1F82}"/>
    <dgm:cxn modelId="{D359BFC2-5A93-431C-97A3-FFB870AF57C0}" type="presOf" srcId="{4F7A7DDD-5D92-4E79-AC42-7025F0F33069}" destId="{686AA845-4E26-4080-9193-EE75601E47DA}" srcOrd="0" destOrd="0" presId="urn:microsoft.com/office/officeart/2011/layout/TabList"/>
    <dgm:cxn modelId="{8CC171C8-6F7B-4147-B31B-728D1DAF8A7F}" type="presOf" srcId="{65953B29-50FA-4C89-8A7A-B418861F2684}" destId="{2441774A-8B41-4C1F-89F7-D27906367476}" srcOrd="0" destOrd="0" presId="urn:microsoft.com/office/officeart/2011/layout/TabList"/>
    <dgm:cxn modelId="{C911F7CE-B146-4D8D-B05B-8CBA5CFA61FF}" type="presOf" srcId="{F33F470B-30B6-4FB2-AF11-E2E2B6A6DA90}" destId="{F8F424E1-D5A4-46C1-BB02-52469971AE81}" srcOrd="0" destOrd="0" presId="urn:microsoft.com/office/officeart/2011/layout/TabList"/>
    <dgm:cxn modelId="{810401E2-D098-490C-A9E1-04EAA7D1919C}" type="presOf" srcId="{B582D56A-2F78-417D-9DCF-E3DED0AFA8BD}" destId="{5E2FDD54-7985-4D3A-B6E1-04A203AB51AF}" srcOrd="0" destOrd="0" presId="urn:microsoft.com/office/officeart/2011/layout/TabList"/>
    <dgm:cxn modelId="{C0A9A9EA-1CFD-473E-A8B9-D2F7EBA11667}" type="presOf" srcId="{0C38296C-33A0-453D-BDDE-CA8FE7451D03}" destId="{A88499F8-4E58-4AA5-AB8B-61F52F42D850}" srcOrd="0" destOrd="0" presId="urn:microsoft.com/office/officeart/2011/layout/TabList"/>
    <dgm:cxn modelId="{8208B4EF-585A-4E5D-A720-B0F81A1FA8DD}" srcId="{14DDD144-B1E2-46FA-958F-ACF9FA20885F}" destId="{F33F470B-30B6-4FB2-AF11-E2E2B6A6DA90}" srcOrd="0" destOrd="0" parTransId="{F4113F4D-7E59-4AB2-B2B2-6164A02F776E}" sibTransId="{6CB1BD6B-D4CC-4270-8E20-31BE73B73965}"/>
    <dgm:cxn modelId="{643136A3-E5F2-4A2F-877C-6BB5A00AC2C4}" type="presParOf" srcId="{9DB1A307-7821-4F46-A2D7-6AD995BE4BCF}" destId="{36B9D2C7-4F26-45AA-BDA6-16155EE8F273}" srcOrd="0" destOrd="0" presId="urn:microsoft.com/office/officeart/2011/layout/TabList"/>
    <dgm:cxn modelId="{54B10930-F01D-415B-9CBC-1D0B3C60CCA1}" type="presParOf" srcId="{36B9D2C7-4F26-45AA-BDA6-16155EE8F273}" destId="{F8F424E1-D5A4-46C1-BB02-52469971AE81}" srcOrd="0" destOrd="0" presId="urn:microsoft.com/office/officeart/2011/layout/TabList"/>
    <dgm:cxn modelId="{D1F58ECF-4A75-4297-BE6D-FB86EB76EA15}" type="presParOf" srcId="{36B9D2C7-4F26-45AA-BDA6-16155EE8F273}" destId="{B38D109C-0DC1-42A5-8E1E-B826F2DDBBD0}" srcOrd="1" destOrd="0" presId="urn:microsoft.com/office/officeart/2011/layout/TabList"/>
    <dgm:cxn modelId="{9B3B73C0-A12D-4767-A0C5-8FF352270CCC}" type="presParOf" srcId="{36B9D2C7-4F26-45AA-BDA6-16155EE8F273}" destId="{2A84E147-1253-4E25-9A19-C62B76F1E4DC}" srcOrd="2" destOrd="0" presId="urn:microsoft.com/office/officeart/2011/layout/TabList"/>
    <dgm:cxn modelId="{B9C0A800-CC0D-446F-AD26-430CB7F718EB}" type="presParOf" srcId="{9DB1A307-7821-4F46-A2D7-6AD995BE4BCF}" destId="{28C79002-A5E8-4CDB-BE89-491FEE18A573}" srcOrd="1" destOrd="0" presId="urn:microsoft.com/office/officeart/2011/layout/TabList"/>
    <dgm:cxn modelId="{FB930576-7C19-4B09-9D0A-2C2FFD73D88B}" type="presParOf" srcId="{9DB1A307-7821-4F46-A2D7-6AD995BE4BCF}" destId="{65BEAFDE-CAF3-434D-AE7A-D927A4F3EA5A}" srcOrd="2" destOrd="0" presId="urn:microsoft.com/office/officeart/2011/layout/TabList"/>
    <dgm:cxn modelId="{1B0F5497-A3C5-49EA-AE33-6F590D6F78C8}" type="presParOf" srcId="{9DB1A307-7821-4F46-A2D7-6AD995BE4BCF}" destId="{E0DB75FA-67D9-40E3-AA51-61F99224D31E}" srcOrd="3" destOrd="0" presId="urn:microsoft.com/office/officeart/2011/layout/TabList"/>
    <dgm:cxn modelId="{B3FCC380-C0BB-494A-BAFB-06B704C7BF81}" type="presParOf" srcId="{E0DB75FA-67D9-40E3-AA51-61F99224D31E}" destId="{2441774A-8B41-4C1F-89F7-D27906367476}" srcOrd="0" destOrd="0" presId="urn:microsoft.com/office/officeart/2011/layout/TabList"/>
    <dgm:cxn modelId="{6354B892-A1B7-44F3-9D37-CA02B35316A1}" type="presParOf" srcId="{E0DB75FA-67D9-40E3-AA51-61F99224D31E}" destId="{241C1946-9A13-4ED0-B90C-9F965A2DD757}" srcOrd="1" destOrd="0" presId="urn:microsoft.com/office/officeart/2011/layout/TabList"/>
    <dgm:cxn modelId="{7B2730DE-4D80-4859-A5EA-A66B7B29EB72}" type="presParOf" srcId="{E0DB75FA-67D9-40E3-AA51-61F99224D31E}" destId="{E2880BF6-1FC9-4C3F-99E9-5308A39ACCCF}" srcOrd="2" destOrd="0" presId="urn:microsoft.com/office/officeart/2011/layout/TabList"/>
    <dgm:cxn modelId="{BD87D443-B78D-4287-B95F-3C55F822B6DE}" type="presParOf" srcId="{9DB1A307-7821-4F46-A2D7-6AD995BE4BCF}" destId="{A88499F8-4E58-4AA5-AB8B-61F52F42D850}" srcOrd="4" destOrd="0" presId="urn:microsoft.com/office/officeart/2011/layout/TabList"/>
    <dgm:cxn modelId="{4C0665A2-ED7D-4082-94DD-F6BEE56DF52C}" type="presParOf" srcId="{9DB1A307-7821-4F46-A2D7-6AD995BE4BCF}" destId="{0259CCA5-E3DF-48C4-8945-6574687D1B25}" srcOrd="5" destOrd="0" presId="urn:microsoft.com/office/officeart/2011/layout/TabList"/>
    <dgm:cxn modelId="{46BA7C9E-C261-489C-9DDE-044AEC907B15}" type="presParOf" srcId="{9DB1A307-7821-4F46-A2D7-6AD995BE4BCF}" destId="{5FB3747D-C771-4EF5-BDFA-DC7E202ECDA0}" srcOrd="6" destOrd="0" presId="urn:microsoft.com/office/officeart/2011/layout/TabList"/>
    <dgm:cxn modelId="{BD4EFCD5-788E-4A1B-88A5-B9206DDAE41B}" type="presParOf" srcId="{5FB3747D-C771-4EF5-BDFA-DC7E202ECDA0}" destId="{686AA845-4E26-4080-9193-EE75601E47DA}" srcOrd="0" destOrd="0" presId="urn:microsoft.com/office/officeart/2011/layout/TabList"/>
    <dgm:cxn modelId="{A2E60DD3-8FC2-4696-A590-2D71EBAC5F6B}" type="presParOf" srcId="{5FB3747D-C771-4EF5-BDFA-DC7E202ECDA0}" destId="{5E2FDD54-7985-4D3A-B6E1-04A203AB51AF}" srcOrd="1" destOrd="0" presId="urn:microsoft.com/office/officeart/2011/layout/TabList"/>
    <dgm:cxn modelId="{0C753CD9-E813-4DD0-AA6E-68E9EFEE07F9}" type="presParOf" srcId="{5FB3747D-C771-4EF5-BDFA-DC7E202ECDA0}" destId="{763F9F6D-0922-492B-A67B-8CEFE728DFD7}" srcOrd="2" destOrd="0" presId="urn:microsoft.com/office/officeart/2011/layout/TabList"/>
    <dgm:cxn modelId="{71F2353B-19E2-4690-BEA6-4FDB4FE74E81}" type="presParOf" srcId="{9DB1A307-7821-4F46-A2D7-6AD995BE4BCF}" destId="{56DE462D-8107-4789-AFE5-825841C3D3DE}"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710AEA-51C7-4659-BD46-E1A86E7D90D2}">
      <dsp:nvSpPr>
        <dsp:cNvPr id="0" name=""/>
        <dsp:cNvSpPr/>
      </dsp:nvSpPr>
      <dsp:spPr>
        <a:xfrm>
          <a:off x="1916530" y="170"/>
          <a:ext cx="2206938" cy="998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7</a:t>
          </a:r>
          <a:r>
            <a:rPr lang="en-US" sz="1300" kern="1200" baseline="30000" dirty="0"/>
            <a:t>th</a:t>
          </a:r>
          <a:r>
            <a:rPr lang="en-US" sz="1300" kern="1200" dirty="0"/>
            <a:t> June </a:t>
          </a:r>
          <a:r>
            <a:rPr lang="en-US" sz="1300" kern="1200" dirty="0" err="1"/>
            <a:t>Hartal</a:t>
          </a:r>
          <a:r>
            <a:rPr lang="en-US" sz="1300" kern="1200" dirty="0"/>
            <a:t>- Mass Procession and Gatherings</a:t>
          </a:r>
        </a:p>
      </dsp:txBody>
      <dsp:txXfrm>
        <a:off x="1916530" y="170"/>
        <a:ext cx="2206938" cy="998163"/>
      </dsp:txXfrm>
    </dsp:sp>
    <dsp:sp modelId="{80C92E84-A323-4A57-A2FF-4F48062D8779}">
      <dsp:nvSpPr>
        <dsp:cNvPr id="0" name=""/>
        <dsp:cNvSpPr/>
      </dsp:nvSpPr>
      <dsp:spPr>
        <a:xfrm>
          <a:off x="829530" y="170"/>
          <a:ext cx="988181" cy="99816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23000" b="-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4D774B-3292-431E-97EB-C56A7D50CFD3}">
      <dsp:nvSpPr>
        <dsp:cNvPr id="0" name=""/>
        <dsp:cNvSpPr/>
      </dsp:nvSpPr>
      <dsp:spPr>
        <a:xfrm>
          <a:off x="829530" y="1163030"/>
          <a:ext cx="2206938" cy="998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err="1"/>
            <a:t>Ayub</a:t>
          </a:r>
          <a:r>
            <a:rPr lang="en-US" sz="1300" kern="1200" dirty="0"/>
            <a:t> Khan’s Action- several killings and numerous were wounded</a:t>
          </a:r>
        </a:p>
      </dsp:txBody>
      <dsp:txXfrm>
        <a:off x="829530" y="1163030"/>
        <a:ext cx="2206938" cy="998163"/>
      </dsp:txXfrm>
    </dsp:sp>
    <dsp:sp modelId="{8A9B5665-983D-414A-8517-3B55014610E8}">
      <dsp:nvSpPr>
        <dsp:cNvPr id="0" name=""/>
        <dsp:cNvSpPr/>
      </dsp:nvSpPr>
      <dsp:spPr>
        <a:xfrm>
          <a:off x="3135287" y="1163030"/>
          <a:ext cx="988181" cy="99816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4000" b="-2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7685C0-F278-4669-9EAD-621843BCD439}">
      <dsp:nvSpPr>
        <dsp:cNvPr id="0" name=""/>
        <dsp:cNvSpPr/>
      </dsp:nvSpPr>
      <dsp:spPr>
        <a:xfrm>
          <a:off x="1916530" y="2325891"/>
          <a:ext cx="2206938" cy="998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err="1"/>
            <a:t>Tafazzel</a:t>
          </a:r>
          <a:r>
            <a:rPr lang="en-US" sz="1300" kern="1200" dirty="0"/>
            <a:t> </a:t>
          </a:r>
          <a:r>
            <a:rPr lang="en-US" sz="1300" kern="1200" dirty="0" err="1"/>
            <a:t>Hossain</a:t>
          </a:r>
          <a:r>
            <a:rPr lang="en-US" sz="1300" kern="1200" dirty="0"/>
            <a:t> </a:t>
          </a:r>
          <a:r>
            <a:rPr lang="en-US" sz="1300" kern="1200" dirty="0" err="1"/>
            <a:t>Manik</a:t>
          </a:r>
          <a:r>
            <a:rPr lang="en-US" sz="1300" kern="1200" dirty="0"/>
            <a:t> </a:t>
          </a:r>
          <a:r>
            <a:rPr lang="en-US" sz="1300" kern="1200" dirty="0" err="1"/>
            <a:t>Mian</a:t>
          </a:r>
          <a:r>
            <a:rPr lang="en-US" sz="1300" kern="1200" dirty="0"/>
            <a:t> was arrested , 3 papers were banned, </a:t>
          </a:r>
          <a:r>
            <a:rPr lang="en-US" sz="1300" kern="1200" dirty="0" err="1"/>
            <a:t>pahela</a:t>
          </a:r>
          <a:r>
            <a:rPr lang="en-US" sz="1300" kern="1200" dirty="0"/>
            <a:t> </a:t>
          </a:r>
          <a:r>
            <a:rPr lang="en-US" sz="1300" kern="1200" dirty="0" err="1"/>
            <a:t>baishakh</a:t>
          </a:r>
          <a:r>
            <a:rPr lang="en-US" sz="1300" kern="1200" dirty="0"/>
            <a:t>, </a:t>
          </a:r>
          <a:r>
            <a:rPr lang="en-US" sz="1300" kern="1200" dirty="0" err="1"/>
            <a:t>rabindra</a:t>
          </a:r>
          <a:r>
            <a:rPr lang="en-US" sz="1300" kern="1200" dirty="0"/>
            <a:t> </a:t>
          </a:r>
          <a:r>
            <a:rPr lang="en-US" sz="1300" kern="1200" dirty="0" err="1"/>
            <a:t>Sangeet</a:t>
          </a:r>
          <a:r>
            <a:rPr lang="en-US" sz="1300" kern="1200" dirty="0"/>
            <a:t> and </a:t>
          </a:r>
          <a:r>
            <a:rPr lang="en-US" sz="1300" kern="1200" dirty="0" err="1"/>
            <a:t>Bengalli</a:t>
          </a:r>
          <a:r>
            <a:rPr lang="en-US" sz="1300" kern="1200" dirty="0"/>
            <a:t> in Arabic script</a:t>
          </a:r>
        </a:p>
      </dsp:txBody>
      <dsp:txXfrm>
        <a:off x="1916530" y="2325891"/>
        <a:ext cx="2206938" cy="998163"/>
      </dsp:txXfrm>
    </dsp:sp>
    <dsp:sp modelId="{3AB7AB5C-73D8-476A-894B-B819F1AD2382}">
      <dsp:nvSpPr>
        <dsp:cNvPr id="0" name=""/>
        <dsp:cNvSpPr/>
      </dsp:nvSpPr>
      <dsp:spPr>
        <a:xfrm>
          <a:off x="829530" y="2325891"/>
          <a:ext cx="988181" cy="99816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23000" b="-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D6507-475C-4C51-8EED-8C27587E153C}">
      <dsp:nvSpPr>
        <dsp:cNvPr id="0" name=""/>
        <dsp:cNvSpPr/>
      </dsp:nvSpPr>
      <dsp:spPr>
        <a:xfrm rot="5400000">
          <a:off x="468998" y="920926"/>
          <a:ext cx="1406319" cy="2340083"/>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731540-E037-4E59-BC23-4156682FCB09}">
      <dsp:nvSpPr>
        <dsp:cNvPr id="0" name=""/>
        <dsp:cNvSpPr/>
      </dsp:nvSpPr>
      <dsp:spPr>
        <a:xfrm>
          <a:off x="234248" y="1620107"/>
          <a:ext cx="2112640" cy="1851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As a response all members were walked out, media protested severely, students and people get united and countrywide strike was observed</a:t>
          </a:r>
        </a:p>
      </dsp:txBody>
      <dsp:txXfrm>
        <a:off x="234248" y="1620107"/>
        <a:ext cx="2112640" cy="1851853"/>
      </dsp:txXfrm>
    </dsp:sp>
    <dsp:sp modelId="{DC81B17C-3B0C-49B8-A04A-DB2048E0DAE3}">
      <dsp:nvSpPr>
        <dsp:cNvPr id="0" name=""/>
        <dsp:cNvSpPr/>
      </dsp:nvSpPr>
      <dsp:spPr>
        <a:xfrm>
          <a:off x="1948277" y="748646"/>
          <a:ext cx="398611" cy="398611"/>
        </a:xfrm>
        <a:prstGeom prst="triangle">
          <a:avLst>
            <a:gd name="adj" fmla="val 100000"/>
          </a:avLst>
        </a:prstGeom>
        <a:solidFill>
          <a:schemeClr val="accent2">
            <a:hueOff val="2620882"/>
            <a:satOff val="-497"/>
            <a:lumOff val="-2500"/>
            <a:alphaOff val="0"/>
          </a:schemeClr>
        </a:solidFill>
        <a:ln w="25400" cap="flat" cmpd="sng" algn="ctr">
          <a:solidFill>
            <a:schemeClr val="accent2">
              <a:hueOff val="2620882"/>
              <a:satOff val="-497"/>
              <a:lumOff val="-25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C113B2-DC78-439B-92CF-C228AC8A26A5}">
      <dsp:nvSpPr>
        <dsp:cNvPr id="0" name=""/>
        <dsp:cNvSpPr/>
      </dsp:nvSpPr>
      <dsp:spPr>
        <a:xfrm rot="5400000">
          <a:off x="3055283" y="280947"/>
          <a:ext cx="1406319" cy="2340083"/>
        </a:xfrm>
        <a:prstGeom prst="corner">
          <a:avLst>
            <a:gd name="adj1" fmla="val 16120"/>
            <a:gd name="adj2" fmla="val 16110"/>
          </a:avLst>
        </a:prstGeom>
        <a:solidFill>
          <a:schemeClr val="accent2">
            <a:hueOff val="5241764"/>
            <a:satOff val="-994"/>
            <a:lumOff val="-5000"/>
            <a:alphaOff val="0"/>
          </a:schemeClr>
        </a:solidFill>
        <a:ln w="25400" cap="flat" cmpd="sng" algn="ctr">
          <a:solidFill>
            <a:schemeClr val="accent2">
              <a:hueOff val="5241764"/>
              <a:satOff val="-994"/>
              <a:lumOff val="-50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CB1185-83F1-4B88-8EA8-FFAD101C33B9}">
      <dsp:nvSpPr>
        <dsp:cNvPr id="0" name=""/>
        <dsp:cNvSpPr/>
      </dsp:nvSpPr>
      <dsp:spPr>
        <a:xfrm>
          <a:off x="2820533" y="980128"/>
          <a:ext cx="2112640" cy="1851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A massive all round protest started in all sphere of East Pakistan</a:t>
          </a:r>
        </a:p>
      </dsp:txBody>
      <dsp:txXfrm>
        <a:off x="2820533" y="980128"/>
        <a:ext cx="2112640" cy="1851853"/>
      </dsp:txXfrm>
    </dsp:sp>
    <dsp:sp modelId="{54DB7698-ED38-4BB7-8313-DD249179E8D6}">
      <dsp:nvSpPr>
        <dsp:cNvPr id="0" name=""/>
        <dsp:cNvSpPr/>
      </dsp:nvSpPr>
      <dsp:spPr>
        <a:xfrm>
          <a:off x="4534562" y="108668"/>
          <a:ext cx="398611" cy="398611"/>
        </a:xfrm>
        <a:prstGeom prst="triangle">
          <a:avLst>
            <a:gd name="adj" fmla="val 100000"/>
          </a:avLst>
        </a:prstGeom>
        <a:solidFill>
          <a:schemeClr val="accent2">
            <a:hueOff val="7862647"/>
            <a:satOff val="-1491"/>
            <a:lumOff val="-7499"/>
            <a:alphaOff val="0"/>
          </a:schemeClr>
        </a:solidFill>
        <a:ln w="25400" cap="flat" cmpd="sng" algn="ctr">
          <a:solidFill>
            <a:schemeClr val="accent2">
              <a:hueOff val="7862647"/>
              <a:satOff val="-1491"/>
              <a:lumOff val="-749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91437C-2F66-43F2-A4FF-B1CC91D06CBB}">
      <dsp:nvSpPr>
        <dsp:cNvPr id="0" name=""/>
        <dsp:cNvSpPr/>
      </dsp:nvSpPr>
      <dsp:spPr>
        <a:xfrm rot="5400000">
          <a:off x="5641568" y="-359031"/>
          <a:ext cx="1406319" cy="2340083"/>
        </a:xfrm>
        <a:prstGeom prst="corner">
          <a:avLst>
            <a:gd name="adj1" fmla="val 16120"/>
            <a:gd name="adj2" fmla="val 16110"/>
          </a:avLst>
        </a:prstGeom>
        <a:solidFill>
          <a:schemeClr val="accent2">
            <a:hueOff val="10483529"/>
            <a:satOff val="-1988"/>
            <a:lumOff val="-9999"/>
            <a:alphaOff val="0"/>
          </a:schemeClr>
        </a:solidFill>
        <a:ln w="25400" cap="flat" cmpd="sng" algn="ctr">
          <a:solidFill>
            <a:schemeClr val="accent2">
              <a:hueOff val="10483529"/>
              <a:satOff val="-1988"/>
              <a:lumOff val="-999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310250-D55E-471E-8A91-FC3F6B611357}">
      <dsp:nvSpPr>
        <dsp:cNvPr id="0" name=""/>
        <dsp:cNvSpPr/>
      </dsp:nvSpPr>
      <dsp:spPr>
        <a:xfrm>
          <a:off x="5406818" y="340149"/>
          <a:ext cx="2112640" cy="1851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To suppress this movement </a:t>
          </a:r>
          <a:r>
            <a:rPr lang="en-US" sz="1600" kern="1200" dirty="0" err="1"/>
            <a:t>Ayub</a:t>
          </a:r>
          <a:r>
            <a:rPr lang="en-US" sz="1600" kern="1200" dirty="0"/>
            <a:t> khan was searching tricks- And it was </a:t>
          </a:r>
          <a:r>
            <a:rPr lang="en-US" sz="1600" b="1" u="sng" kern="1200" dirty="0" err="1">
              <a:solidFill>
                <a:srgbClr val="FF0000"/>
              </a:solidFill>
            </a:rPr>
            <a:t>agartala</a:t>
          </a:r>
          <a:r>
            <a:rPr lang="en-US" sz="1600" b="1" u="sng" kern="1200" dirty="0">
              <a:solidFill>
                <a:srgbClr val="FF0000"/>
              </a:solidFill>
            </a:rPr>
            <a:t> conspiracy case </a:t>
          </a:r>
          <a:r>
            <a:rPr lang="en-US" sz="1600" kern="1200" dirty="0"/>
            <a:t>by which he tried his utmost.</a:t>
          </a:r>
        </a:p>
      </dsp:txBody>
      <dsp:txXfrm>
        <a:off x="5406818" y="340149"/>
        <a:ext cx="2112640" cy="18518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BA3E7-B053-4CA9-BA1E-5FA4B1B30300}">
      <dsp:nvSpPr>
        <dsp:cNvPr id="0" name=""/>
        <dsp:cNvSpPr/>
      </dsp:nvSpPr>
      <dsp:spPr>
        <a:xfrm>
          <a:off x="991676" y="2612231"/>
          <a:ext cx="571051" cy="2176263"/>
        </a:xfrm>
        <a:custGeom>
          <a:avLst/>
          <a:gdLst/>
          <a:ahLst/>
          <a:cxnLst/>
          <a:rect l="0" t="0" r="0" b="0"/>
          <a:pathLst>
            <a:path>
              <a:moveTo>
                <a:pt x="0" y="0"/>
              </a:moveTo>
              <a:lnTo>
                <a:pt x="285525" y="0"/>
              </a:lnTo>
              <a:lnTo>
                <a:pt x="285525" y="2176263"/>
              </a:lnTo>
              <a:lnTo>
                <a:pt x="571051" y="2176263"/>
              </a:lnTo>
            </a:path>
          </a:pathLst>
        </a:custGeom>
        <a:noFill/>
        <a:ln w="254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20953" y="3644114"/>
        <a:ext cx="112496" cy="112496"/>
      </dsp:txXfrm>
    </dsp:sp>
    <dsp:sp modelId="{DC3EF912-FA1D-4573-B5F8-EB6F0A406581}">
      <dsp:nvSpPr>
        <dsp:cNvPr id="0" name=""/>
        <dsp:cNvSpPr/>
      </dsp:nvSpPr>
      <dsp:spPr>
        <a:xfrm>
          <a:off x="991676" y="2612231"/>
          <a:ext cx="571051" cy="1088131"/>
        </a:xfrm>
        <a:custGeom>
          <a:avLst/>
          <a:gdLst/>
          <a:ahLst/>
          <a:cxnLst/>
          <a:rect l="0" t="0" r="0" b="0"/>
          <a:pathLst>
            <a:path>
              <a:moveTo>
                <a:pt x="0" y="0"/>
              </a:moveTo>
              <a:lnTo>
                <a:pt x="285525" y="0"/>
              </a:lnTo>
              <a:lnTo>
                <a:pt x="285525" y="1088131"/>
              </a:lnTo>
              <a:lnTo>
                <a:pt x="571051" y="1088131"/>
              </a:lnTo>
            </a:path>
          </a:pathLst>
        </a:custGeom>
        <a:noFill/>
        <a:ln w="254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46480" y="3125575"/>
        <a:ext cx="61443" cy="61443"/>
      </dsp:txXfrm>
    </dsp:sp>
    <dsp:sp modelId="{58E8CBEF-B063-4F13-882A-B84A5AF5FBD8}">
      <dsp:nvSpPr>
        <dsp:cNvPr id="0" name=""/>
        <dsp:cNvSpPr/>
      </dsp:nvSpPr>
      <dsp:spPr>
        <a:xfrm>
          <a:off x="991676" y="2566511"/>
          <a:ext cx="571051" cy="91440"/>
        </a:xfrm>
        <a:custGeom>
          <a:avLst/>
          <a:gdLst/>
          <a:ahLst/>
          <a:cxnLst/>
          <a:rect l="0" t="0" r="0" b="0"/>
          <a:pathLst>
            <a:path>
              <a:moveTo>
                <a:pt x="0" y="45720"/>
              </a:moveTo>
              <a:lnTo>
                <a:pt x="571051" y="45720"/>
              </a:lnTo>
            </a:path>
          </a:pathLst>
        </a:custGeom>
        <a:noFill/>
        <a:ln w="254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62925" y="2597954"/>
        <a:ext cx="28552" cy="28552"/>
      </dsp:txXfrm>
    </dsp:sp>
    <dsp:sp modelId="{FAB0C162-FC29-4A88-8FFA-E0AEE6D0FF22}">
      <dsp:nvSpPr>
        <dsp:cNvPr id="0" name=""/>
        <dsp:cNvSpPr/>
      </dsp:nvSpPr>
      <dsp:spPr>
        <a:xfrm>
          <a:off x="991676" y="1524099"/>
          <a:ext cx="571051" cy="1088131"/>
        </a:xfrm>
        <a:custGeom>
          <a:avLst/>
          <a:gdLst/>
          <a:ahLst/>
          <a:cxnLst/>
          <a:rect l="0" t="0" r="0" b="0"/>
          <a:pathLst>
            <a:path>
              <a:moveTo>
                <a:pt x="0" y="1088131"/>
              </a:moveTo>
              <a:lnTo>
                <a:pt x="285525" y="1088131"/>
              </a:lnTo>
              <a:lnTo>
                <a:pt x="285525" y="0"/>
              </a:lnTo>
              <a:lnTo>
                <a:pt x="571051" y="0"/>
              </a:lnTo>
            </a:path>
          </a:pathLst>
        </a:custGeom>
        <a:noFill/>
        <a:ln w="254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46480" y="2037443"/>
        <a:ext cx="61443" cy="61443"/>
      </dsp:txXfrm>
    </dsp:sp>
    <dsp:sp modelId="{9EEB1FB6-8F83-47B4-BDF3-E9FF9C70664A}">
      <dsp:nvSpPr>
        <dsp:cNvPr id="0" name=""/>
        <dsp:cNvSpPr/>
      </dsp:nvSpPr>
      <dsp:spPr>
        <a:xfrm>
          <a:off x="991676" y="435967"/>
          <a:ext cx="571051" cy="2176263"/>
        </a:xfrm>
        <a:custGeom>
          <a:avLst/>
          <a:gdLst/>
          <a:ahLst/>
          <a:cxnLst/>
          <a:rect l="0" t="0" r="0" b="0"/>
          <a:pathLst>
            <a:path>
              <a:moveTo>
                <a:pt x="0" y="2176263"/>
              </a:moveTo>
              <a:lnTo>
                <a:pt x="285525" y="2176263"/>
              </a:lnTo>
              <a:lnTo>
                <a:pt x="285525" y="0"/>
              </a:lnTo>
              <a:lnTo>
                <a:pt x="571051" y="0"/>
              </a:lnTo>
            </a:path>
          </a:pathLst>
        </a:custGeom>
        <a:noFill/>
        <a:ln w="25400"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20953" y="1467850"/>
        <a:ext cx="112496" cy="112496"/>
      </dsp:txXfrm>
    </dsp:sp>
    <dsp:sp modelId="{F229AA89-2A0A-43B4-AC6B-C8D9C43F396E}">
      <dsp:nvSpPr>
        <dsp:cNvPr id="0" name=""/>
        <dsp:cNvSpPr/>
      </dsp:nvSpPr>
      <dsp:spPr>
        <a:xfrm rot="16200000">
          <a:off x="-1734380" y="2176978"/>
          <a:ext cx="4581608" cy="870505"/>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Objectives of the Case</a:t>
          </a:r>
        </a:p>
      </dsp:txBody>
      <dsp:txXfrm>
        <a:off x="-1734380" y="2176978"/>
        <a:ext cx="4581608" cy="870505"/>
      </dsp:txXfrm>
    </dsp:sp>
    <dsp:sp modelId="{18CF1A1E-2690-478A-AAB8-2A7881D7D6E2}">
      <dsp:nvSpPr>
        <dsp:cNvPr id="0" name=""/>
        <dsp:cNvSpPr/>
      </dsp:nvSpPr>
      <dsp:spPr>
        <a:xfrm>
          <a:off x="1562727" y="714"/>
          <a:ext cx="6180577" cy="870505"/>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to demoralize the nationalist movement in East Pakistan</a:t>
          </a:r>
        </a:p>
      </dsp:txBody>
      <dsp:txXfrm>
        <a:off x="1562727" y="714"/>
        <a:ext cx="6180577" cy="870505"/>
      </dsp:txXfrm>
    </dsp:sp>
    <dsp:sp modelId="{93AFBCA8-851B-469B-BCCF-27D1520D35BF}">
      <dsp:nvSpPr>
        <dsp:cNvPr id="0" name=""/>
        <dsp:cNvSpPr/>
      </dsp:nvSpPr>
      <dsp:spPr>
        <a:xfrm>
          <a:off x="1562727" y="1088846"/>
          <a:ext cx="6485376" cy="870505"/>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To convey a message to the Army that Bengali’s weren’t ‘reliable’ </a:t>
          </a:r>
        </a:p>
      </dsp:txBody>
      <dsp:txXfrm>
        <a:off x="1562727" y="1088846"/>
        <a:ext cx="6485376" cy="870505"/>
      </dsp:txXfrm>
    </dsp:sp>
    <dsp:sp modelId="{B17F4607-600F-4D0A-BBDA-85CF848ED300}">
      <dsp:nvSpPr>
        <dsp:cNvPr id="0" name=""/>
        <dsp:cNvSpPr/>
      </dsp:nvSpPr>
      <dsp:spPr>
        <a:xfrm>
          <a:off x="1562727" y="2176978"/>
          <a:ext cx="6395407" cy="870505"/>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The policy of creating distrust and disunity between the two wing</a:t>
          </a:r>
        </a:p>
      </dsp:txBody>
      <dsp:txXfrm>
        <a:off x="1562727" y="2176978"/>
        <a:ext cx="6395407" cy="870505"/>
      </dsp:txXfrm>
    </dsp:sp>
    <dsp:sp modelId="{2BA0316F-E422-4EB7-BA97-9F9E5C82CDC8}">
      <dsp:nvSpPr>
        <dsp:cNvPr id="0" name=""/>
        <dsp:cNvSpPr/>
      </dsp:nvSpPr>
      <dsp:spPr>
        <a:xfrm>
          <a:off x="1562727" y="3265110"/>
          <a:ext cx="2855258" cy="870505"/>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Minus </a:t>
          </a:r>
          <a:r>
            <a:rPr lang="en-US" sz="1700" kern="1200" dirty="0" err="1"/>
            <a:t>Mujib</a:t>
          </a:r>
          <a:r>
            <a:rPr lang="en-US" sz="1700" kern="1200" dirty="0"/>
            <a:t> formula</a:t>
          </a:r>
        </a:p>
      </dsp:txBody>
      <dsp:txXfrm>
        <a:off x="1562727" y="3265110"/>
        <a:ext cx="2855258" cy="870505"/>
      </dsp:txXfrm>
    </dsp:sp>
    <dsp:sp modelId="{7C3C1F91-A7FF-49E6-98F7-48AA16012607}">
      <dsp:nvSpPr>
        <dsp:cNvPr id="0" name=""/>
        <dsp:cNvSpPr/>
      </dsp:nvSpPr>
      <dsp:spPr>
        <a:xfrm>
          <a:off x="1562727" y="4353242"/>
          <a:ext cx="6055831" cy="870505"/>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To claim public support by postulating the accused as traitor and </a:t>
          </a:r>
          <a:r>
            <a:rPr lang="en-US" sz="1600" kern="1200" dirty="0" err="1"/>
            <a:t>seperationist</a:t>
          </a:r>
          <a:r>
            <a:rPr lang="en-US" sz="1600" kern="1200" dirty="0"/>
            <a:t> and to win in next election</a:t>
          </a:r>
        </a:p>
      </dsp:txBody>
      <dsp:txXfrm>
        <a:off x="1562727" y="4353242"/>
        <a:ext cx="6055831" cy="8705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11EAE-546A-4237-9983-F1E7D5D384E5}">
      <dsp:nvSpPr>
        <dsp:cNvPr id="0" name=""/>
        <dsp:cNvSpPr/>
      </dsp:nvSpPr>
      <dsp:spPr>
        <a:xfrm>
          <a:off x="1770064" y="947218"/>
          <a:ext cx="1703548" cy="170363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Judges</a:t>
          </a:r>
        </a:p>
      </dsp:txBody>
      <dsp:txXfrm>
        <a:off x="2019543" y="1196709"/>
        <a:ext cx="1204590" cy="1204650"/>
      </dsp:txXfrm>
    </dsp:sp>
    <dsp:sp modelId="{FB18FD3D-50D9-4BB4-B264-3DB69E067DA6}">
      <dsp:nvSpPr>
        <dsp:cNvPr id="0" name=""/>
        <dsp:cNvSpPr/>
      </dsp:nvSpPr>
      <dsp:spPr>
        <a:xfrm>
          <a:off x="891569" y="0"/>
          <a:ext cx="3434072" cy="3579812"/>
        </a:xfrm>
        <a:prstGeom prst="blockArc">
          <a:avLst>
            <a:gd name="adj1" fmla="val 17527788"/>
            <a:gd name="adj2" fmla="val 4119114"/>
            <a:gd name="adj3" fmla="val 575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7A852C-311F-45CE-A833-1FB994EA5B72}">
      <dsp:nvSpPr>
        <dsp:cNvPr id="0" name=""/>
        <dsp:cNvSpPr/>
      </dsp:nvSpPr>
      <dsp:spPr>
        <a:xfrm>
          <a:off x="3420170" y="301778"/>
          <a:ext cx="912596" cy="912852"/>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7000" b="-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A49B29-267A-4132-A352-5779CF80FFCD}">
      <dsp:nvSpPr>
        <dsp:cNvPr id="0" name=""/>
        <dsp:cNvSpPr/>
      </dsp:nvSpPr>
      <dsp:spPr>
        <a:xfrm>
          <a:off x="4524205" y="271458"/>
          <a:ext cx="2997369" cy="88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10000"/>
            </a:spcAft>
            <a:buNone/>
          </a:pPr>
          <a:r>
            <a:rPr lang="en-US" sz="1900" kern="1200" dirty="0"/>
            <a:t>Justice SA </a:t>
          </a:r>
          <a:r>
            <a:rPr lang="en-US" sz="1900" kern="1200" dirty="0" err="1"/>
            <a:t>Rahman</a:t>
          </a:r>
          <a:r>
            <a:rPr lang="en-US" sz="1900" kern="1200" dirty="0"/>
            <a:t> was a non-</a:t>
          </a:r>
          <a:r>
            <a:rPr lang="en-US" sz="1900" kern="1200" dirty="0" err="1"/>
            <a:t>bengali</a:t>
          </a:r>
          <a:r>
            <a:rPr lang="en-US" sz="1900" kern="1200" dirty="0"/>
            <a:t> and was the chair</a:t>
          </a:r>
        </a:p>
      </dsp:txBody>
      <dsp:txXfrm>
        <a:off x="4524205" y="271458"/>
        <a:ext cx="2997369" cy="883497"/>
      </dsp:txXfrm>
    </dsp:sp>
    <dsp:sp modelId="{A5A1908F-C47A-460E-8A3D-D66D45017686}">
      <dsp:nvSpPr>
        <dsp:cNvPr id="0" name=""/>
        <dsp:cNvSpPr/>
      </dsp:nvSpPr>
      <dsp:spPr>
        <a:xfrm>
          <a:off x="3825877" y="1338264"/>
          <a:ext cx="912596" cy="912852"/>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534F13-814C-4181-B33A-1F5FD04E9512}">
      <dsp:nvSpPr>
        <dsp:cNvPr id="0" name=""/>
        <dsp:cNvSpPr/>
      </dsp:nvSpPr>
      <dsp:spPr>
        <a:xfrm>
          <a:off x="4816473" y="1338264"/>
          <a:ext cx="2518865" cy="88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10000"/>
            </a:spcAft>
            <a:buNone/>
          </a:pPr>
          <a:r>
            <a:rPr lang="en-US" sz="1900" kern="1200" dirty="0"/>
            <a:t>MR Khan, Bengali judge</a:t>
          </a:r>
        </a:p>
      </dsp:txBody>
      <dsp:txXfrm>
        <a:off x="4816473" y="1338264"/>
        <a:ext cx="2518865" cy="883497"/>
      </dsp:txXfrm>
    </dsp:sp>
    <dsp:sp modelId="{7A375788-1C42-4E0B-8E1B-98E6F0907530}">
      <dsp:nvSpPr>
        <dsp:cNvPr id="0" name=""/>
        <dsp:cNvSpPr/>
      </dsp:nvSpPr>
      <dsp:spPr>
        <a:xfrm>
          <a:off x="3420170" y="2393462"/>
          <a:ext cx="912596" cy="91285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6000" b="-16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B0ED1E-4A9C-46FE-81CF-EFF1724B8B6C}">
      <dsp:nvSpPr>
        <dsp:cNvPr id="0" name=""/>
        <dsp:cNvSpPr/>
      </dsp:nvSpPr>
      <dsp:spPr>
        <a:xfrm>
          <a:off x="4509325" y="2405062"/>
          <a:ext cx="2745547" cy="883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10000"/>
            </a:spcAft>
            <a:buNone/>
          </a:pPr>
          <a:r>
            <a:rPr lang="en-US" sz="1900" kern="1200" dirty="0" err="1"/>
            <a:t>Maksumul</a:t>
          </a:r>
          <a:r>
            <a:rPr lang="en-US" sz="1900" kern="1200" dirty="0"/>
            <a:t> Hakim, Bengali</a:t>
          </a:r>
        </a:p>
      </dsp:txBody>
      <dsp:txXfrm>
        <a:off x="4509325" y="2405062"/>
        <a:ext cx="2745547" cy="8834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53C284-0798-4BFE-876C-EDCD8B49E36B}">
      <dsp:nvSpPr>
        <dsp:cNvPr id="0" name=""/>
        <dsp:cNvSpPr/>
      </dsp:nvSpPr>
      <dsp:spPr>
        <a:xfrm rot="5400000">
          <a:off x="-222646" y="223826"/>
          <a:ext cx="1484312" cy="1039018"/>
        </a:xfrm>
        <a:prstGeom prst="chevron">
          <a:avLst/>
        </a:prstGeom>
        <a:solidFill>
          <a:schemeClr val="accent3">
            <a:alpha val="90000"/>
            <a:hueOff val="0"/>
            <a:satOff val="0"/>
            <a:lumOff val="0"/>
            <a:alphaOff val="0"/>
          </a:schemeClr>
        </a:solidFill>
        <a:ln w="25400" cap="flat"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rot="-5400000">
        <a:off x="1" y="520688"/>
        <a:ext cx="1039018" cy="445294"/>
      </dsp:txXfrm>
    </dsp:sp>
    <dsp:sp modelId="{7E23462B-4193-4FB5-A701-BC3DE204A850}">
      <dsp:nvSpPr>
        <dsp:cNvPr id="0" name=""/>
        <dsp:cNvSpPr/>
      </dsp:nvSpPr>
      <dsp:spPr>
        <a:xfrm rot="5400000">
          <a:off x="3961407" y="-2922386"/>
          <a:ext cx="964803" cy="6809581"/>
        </a:xfrm>
        <a:prstGeom prst="round2SameRect">
          <a:avLst/>
        </a:prstGeom>
        <a:solidFill>
          <a:schemeClr val="lt1">
            <a:alpha val="90000"/>
            <a:hueOff val="0"/>
            <a:satOff val="0"/>
            <a:lumOff val="0"/>
            <a:alphaOff val="0"/>
          </a:schemeClr>
        </a:solidFill>
        <a:ln w="25400" cap="flat"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Instead of general </a:t>
          </a:r>
          <a:r>
            <a:rPr lang="en-US" sz="1700" kern="1200" dirty="0" err="1"/>
            <a:t>Adalat</a:t>
          </a:r>
          <a:r>
            <a:rPr lang="en-US" sz="1700" kern="1200" dirty="0"/>
            <a:t>, a special tribunal will be formed</a:t>
          </a:r>
        </a:p>
        <a:p>
          <a:pPr marL="171450" lvl="1" indent="-171450" algn="l" defTabSz="755650">
            <a:lnSpc>
              <a:spcPct val="90000"/>
            </a:lnSpc>
            <a:spcBef>
              <a:spcPct val="0"/>
            </a:spcBef>
            <a:spcAft>
              <a:spcPct val="15000"/>
            </a:spcAft>
            <a:buChar char="•"/>
          </a:pPr>
          <a:r>
            <a:rPr lang="en-US" sz="1700" kern="1200" dirty="0"/>
            <a:t>The special tribunal will be formed consists of one judge of SC (Chairman) and two judges of High Court (Members)</a:t>
          </a:r>
        </a:p>
      </dsp:txBody>
      <dsp:txXfrm rot="-5400000">
        <a:off x="1039018" y="47101"/>
        <a:ext cx="6762483" cy="870607"/>
      </dsp:txXfrm>
    </dsp:sp>
    <dsp:sp modelId="{6725002A-ABD1-4CC2-93E2-CA5556A1621D}">
      <dsp:nvSpPr>
        <dsp:cNvPr id="0" name=""/>
        <dsp:cNvSpPr/>
      </dsp:nvSpPr>
      <dsp:spPr>
        <a:xfrm rot="5400000">
          <a:off x="-222646" y="1512490"/>
          <a:ext cx="1484312" cy="1039018"/>
        </a:xfrm>
        <a:prstGeom prst="chevron">
          <a:avLst/>
        </a:prstGeom>
        <a:solidFill>
          <a:schemeClr val="accent3">
            <a:alpha val="90000"/>
            <a:hueOff val="0"/>
            <a:satOff val="0"/>
            <a:lumOff val="0"/>
            <a:alphaOff val="-20000"/>
          </a:schemeClr>
        </a:solidFill>
        <a:ln w="25400" cap="flat" cmpd="sng" algn="ctr">
          <a:solidFill>
            <a:schemeClr val="accent3">
              <a:alpha val="90000"/>
              <a:hueOff val="0"/>
              <a:satOff val="0"/>
              <a:lumOff val="0"/>
              <a:alphaOff val="-2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rot="-5400000">
        <a:off x="1" y="1809352"/>
        <a:ext cx="1039018" cy="445294"/>
      </dsp:txXfrm>
    </dsp:sp>
    <dsp:sp modelId="{10E00650-AE9E-4B1B-A251-7965E052C9D2}">
      <dsp:nvSpPr>
        <dsp:cNvPr id="0" name=""/>
        <dsp:cNvSpPr/>
      </dsp:nvSpPr>
      <dsp:spPr>
        <a:xfrm rot="5400000">
          <a:off x="3961407" y="-1632545"/>
          <a:ext cx="964803" cy="6809581"/>
        </a:xfrm>
        <a:prstGeom prst="round2SameRect">
          <a:avLst/>
        </a:prstGeom>
        <a:solidFill>
          <a:schemeClr val="lt1">
            <a:alpha val="90000"/>
            <a:hueOff val="0"/>
            <a:satOff val="0"/>
            <a:lumOff val="0"/>
            <a:alphaOff val="0"/>
          </a:schemeClr>
        </a:solidFill>
        <a:ln w="25400" cap="flat" cmpd="sng" algn="ctr">
          <a:solidFill>
            <a:schemeClr val="accent3">
              <a:alpha val="90000"/>
              <a:hueOff val="0"/>
              <a:satOff val="0"/>
              <a:lumOff val="0"/>
              <a:alphaOff val="-2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The confessions provided to Police will be considered legal document</a:t>
          </a:r>
        </a:p>
        <a:p>
          <a:pPr marL="171450" lvl="1" indent="-171450" algn="l" defTabSz="755650">
            <a:lnSpc>
              <a:spcPct val="90000"/>
            </a:lnSpc>
            <a:spcBef>
              <a:spcPct val="0"/>
            </a:spcBef>
            <a:spcAft>
              <a:spcPct val="15000"/>
            </a:spcAft>
            <a:buChar char="•"/>
          </a:pPr>
          <a:r>
            <a:rPr lang="en-US" sz="1700" kern="1200" dirty="0"/>
            <a:t>No bail will be permissible for the accused people and they will be under the </a:t>
          </a:r>
          <a:r>
            <a:rPr lang="en-US" sz="1700" kern="1200" dirty="0" err="1"/>
            <a:t>millitary</a:t>
          </a:r>
          <a:r>
            <a:rPr lang="en-US" sz="1700" kern="1200" dirty="0"/>
            <a:t> custody</a:t>
          </a:r>
        </a:p>
      </dsp:txBody>
      <dsp:txXfrm rot="-5400000">
        <a:off x="1039018" y="1336942"/>
        <a:ext cx="6762483" cy="870607"/>
      </dsp:txXfrm>
    </dsp:sp>
    <dsp:sp modelId="{CE79FB31-C560-4A12-836C-D9766095FA72}">
      <dsp:nvSpPr>
        <dsp:cNvPr id="0" name=""/>
        <dsp:cNvSpPr/>
      </dsp:nvSpPr>
      <dsp:spPr>
        <a:xfrm rot="5400000">
          <a:off x="-222646" y="2801154"/>
          <a:ext cx="1484312" cy="1039018"/>
        </a:xfrm>
        <a:prstGeom prst="chevron">
          <a:avLst/>
        </a:prstGeom>
        <a:solidFill>
          <a:schemeClr val="accent3">
            <a:alpha val="90000"/>
            <a:hueOff val="0"/>
            <a:satOff val="0"/>
            <a:lumOff val="0"/>
            <a:alphaOff val="-40000"/>
          </a:schemeClr>
        </a:solidFill>
        <a:ln w="25400" cap="flat" cmpd="sng" algn="ctr">
          <a:solidFill>
            <a:schemeClr val="accent3">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rot="-5400000">
        <a:off x="1" y="3098016"/>
        <a:ext cx="1039018" cy="445294"/>
      </dsp:txXfrm>
    </dsp:sp>
    <dsp:sp modelId="{456AA051-8765-41AB-985F-EA21FCC7F669}">
      <dsp:nvSpPr>
        <dsp:cNvPr id="0" name=""/>
        <dsp:cNvSpPr/>
      </dsp:nvSpPr>
      <dsp:spPr>
        <a:xfrm rot="5400000">
          <a:off x="3961407" y="-343881"/>
          <a:ext cx="964803" cy="6809581"/>
        </a:xfrm>
        <a:prstGeom prst="round2SameRect">
          <a:avLst/>
        </a:prstGeom>
        <a:solidFill>
          <a:schemeClr val="lt1">
            <a:alpha val="90000"/>
            <a:hueOff val="0"/>
            <a:satOff val="0"/>
            <a:lumOff val="0"/>
            <a:alphaOff val="0"/>
          </a:schemeClr>
        </a:solidFill>
        <a:ln w="25400" cap="flat" cmpd="sng" algn="ctr">
          <a:solidFill>
            <a:schemeClr val="accent3">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They will be under the </a:t>
          </a:r>
          <a:r>
            <a:rPr lang="en-US" sz="1700" kern="1200" dirty="0" err="1"/>
            <a:t>millitary</a:t>
          </a:r>
          <a:r>
            <a:rPr lang="en-US" sz="1700" kern="1200" dirty="0"/>
            <a:t> custody</a:t>
          </a:r>
        </a:p>
        <a:p>
          <a:pPr marL="171450" lvl="1" indent="-171450" algn="l" defTabSz="755650">
            <a:lnSpc>
              <a:spcPct val="90000"/>
            </a:lnSpc>
            <a:spcBef>
              <a:spcPct val="0"/>
            </a:spcBef>
            <a:spcAft>
              <a:spcPct val="15000"/>
            </a:spcAft>
            <a:buChar char="•"/>
          </a:pPr>
          <a:r>
            <a:rPr lang="en-US" sz="1700" kern="1200" dirty="0"/>
            <a:t>No question will be acceptable about the jurisdiction of the court</a:t>
          </a:r>
        </a:p>
      </dsp:txBody>
      <dsp:txXfrm rot="-5400000">
        <a:off x="1039018" y="2625606"/>
        <a:ext cx="6762483" cy="8706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DCD3F5-173D-4E56-9AE9-DB7B7799BD44}">
      <dsp:nvSpPr>
        <dsp:cNvPr id="0" name=""/>
        <dsp:cNvSpPr/>
      </dsp:nvSpPr>
      <dsp:spPr>
        <a:xfrm>
          <a:off x="1783435" y="494822"/>
          <a:ext cx="1853767" cy="123646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t>Thomas William</a:t>
          </a:r>
        </a:p>
      </dsp:txBody>
      <dsp:txXfrm>
        <a:off x="2080038" y="494822"/>
        <a:ext cx="1557164" cy="1236462"/>
      </dsp:txXfrm>
    </dsp:sp>
    <dsp:sp modelId="{84B03B96-E58A-415A-AB76-C578E97C3867}">
      <dsp:nvSpPr>
        <dsp:cNvPr id="0" name=""/>
        <dsp:cNvSpPr/>
      </dsp:nvSpPr>
      <dsp:spPr>
        <a:xfrm>
          <a:off x="1783435" y="1731285"/>
          <a:ext cx="1853767" cy="184804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dirty="0" err="1"/>
            <a:t>Abdus</a:t>
          </a:r>
          <a:r>
            <a:rPr lang="en-US" sz="1800" kern="1200" dirty="0"/>
            <a:t> Salam Khan</a:t>
          </a:r>
        </a:p>
        <a:p>
          <a:pPr marL="0" lvl="0" indent="0" algn="l" defTabSz="800100">
            <a:lnSpc>
              <a:spcPct val="90000"/>
            </a:lnSpc>
            <a:spcBef>
              <a:spcPct val="0"/>
            </a:spcBef>
            <a:spcAft>
              <a:spcPct val="35000"/>
            </a:spcAft>
            <a:buNone/>
          </a:pPr>
          <a:r>
            <a:rPr lang="en-US" sz="1800" kern="1200" dirty="0" err="1"/>
            <a:t>Ataur</a:t>
          </a:r>
          <a:r>
            <a:rPr lang="en-US" sz="1800" kern="1200" dirty="0"/>
            <a:t> </a:t>
          </a:r>
          <a:r>
            <a:rPr lang="en-US" sz="1800" kern="1200" dirty="0" err="1"/>
            <a:t>Rahman</a:t>
          </a:r>
          <a:r>
            <a:rPr lang="en-US" sz="1800" kern="1200" dirty="0"/>
            <a:t> Khan</a:t>
          </a:r>
        </a:p>
      </dsp:txBody>
      <dsp:txXfrm>
        <a:off x="2080038" y="1731285"/>
        <a:ext cx="1557164" cy="1848041"/>
      </dsp:txXfrm>
    </dsp:sp>
    <dsp:sp modelId="{F67D4C92-33FF-4542-876D-A0AAA5E2B1D5}">
      <dsp:nvSpPr>
        <dsp:cNvPr id="0" name=""/>
        <dsp:cNvSpPr/>
      </dsp:nvSpPr>
      <dsp:spPr>
        <a:xfrm>
          <a:off x="794760" y="484"/>
          <a:ext cx="1235844" cy="12358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t>On Behalf of Accused</a:t>
          </a:r>
        </a:p>
      </dsp:txBody>
      <dsp:txXfrm>
        <a:off x="975745" y="181469"/>
        <a:ext cx="873874" cy="873874"/>
      </dsp:txXfrm>
    </dsp:sp>
    <dsp:sp modelId="{AA59A70B-FC9A-4333-BCC4-EA63C72D7CB3}">
      <dsp:nvSpPr>
        <dsp:cNvPr id="0" name=""/>
        <dsp:cNvSpPr/>
      </dsp:nvSpPr>
      <dsp:spPr>
        <a:xfrm>
          <a:off x="4873047" y="494822"/>
          <a:ext cx="1853767" cy="123646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err="1"/>
            <a:t>Manzur</a:t>
          </a:r>
          <a:r>
            <a:rPr lang="en-US" sz="3000" kern="1200" dirty="0"/>
            <a:t> </a:t>
          </a:r>
          <a:r>
            <a:rPr lang="en-US" sz="3000" kern="1200" dirty="0" err="1"/>
            <a:t>Quader</a:t>
          </a:r>
          <a:endParaRPr lang="en-US" sz="3000" kern="1200" dirty="0"/>
        </a:p>
      </dsp:txBody>
      <dsp:txXfrm>
        <a:off x="5169650" y="494822"/>
        <a:ext cx="1557164" cy="1236462"/>
      </dsp:txXfrm>
    </dsp:sp>
    <dsp:sp modelId="{7DF0AA56-E11D-43F4-99B3-9B8A76005422}">
      <dsp:nvSpPr>
        <dsp:cNvPr id="0" name=""/>
        <dsp:cNvSpPr/>
      </dsp:nvSpPr>
      <dsp:spPr>
        <a:xfrm>
          <a:off x="4873047" y="1731285"/>
          <a:ext cx="1853767" cy="123646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dirty="0"/>
            <a:t>TH Khan</a:t>
          </a:r>
        </a:p>
      </dsp:txBody>
      <dsp:txXfrm>
        <a:off x="5169650" y="1731285"/>
        <a:ext cx="1557164" cy="1236462"/>
      </dsp:txXfrm>
    </dsp:sp>
    <dsp:sp modelId="{E5EA892C-DB07-41E3-B80E-8002660706BA}">
      <dsp:nvSpPr>
        <dsp:cNvPr id="0" name=""/>
        <dsp:cNvSpPr/>
      </dsp:nvSpPr>
      <dsp:spPr>
        <a:xfrm>
          <a:off x="3884371" y="484"/>
          <a:ext cx="1235844" cy="12358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On Behalf of State</a:t>
          </a:r>
          <a:endParaRPr lang="en-US" sz="1800" kern="1200" dirty="0"/>
        </a:p>
      </dsp:txBody>
      <dsp:txXfrm>
        <a:off x="4065356" y="181469"/>
        <a:ext cx="873874" cy="8738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D6405-D570-470E-943C-5403C08D461F}">
      <dsp:nvSpPr>
        <dsp:cNvPr id="0" name=""/>
        <dsp:cNvSpPr/>
      </dsp:nvSpPr>
      <dsp:spPr>
        <a:xfrm rot="5400000">
          <a:off x="3717026" y="88611"/>
          <a:ext cx="1325202" cy="1152926"/>
        </a:xfrm>
        <a:prstGeom prst="hexagon">
          <a:avLst>
            <a:gd name="adj" fmla="val 2500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0"/>
              <a:satOff val="0"/>
              <a:lumOff val="0"/>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East Pakistan </a:t>
          </a:r>
          <a:r>
            <a:rPr lang="en-US" sz="1200" kern="1200" dirty="0" err="1"/>
            <a:t>Chatra</a:t>
          </a:r>
          <a:r>
            <a:rPr lang="en-US" sz="1200" kern="1200" dirty="0"/>
            <a:t> Union (</a:t>
          </a:r>
          <a:r>
            <a:rPr lang="en-US" sz="1200" kern="1200" dirty="0" err="1"/>
            <a:t>Menon</a:t>
          </a:r>
          <a:r>
            <a:rPr lang="en-US" sz="1200" kern="1200" dirty="0"/>
            <a:t>)</a:t>
          </a:r>
        </a:p>
      </dsp:txBody>
      <dsp:txXfrm rot="-5400000">
        <a:off x="3982828" y="208984"/>
        <a:ext cx="793598" cy="912180"/>
      </dsp:txXfrm>
    </dsp:sp>
    <dsp:sp modelId="{B2238573-E2B9-4E3A-8AA4-8771A3F4B989}">
      <dsp:nvSpPr>
        <dsp:cNvPr id="0" name=""/>
        <dsp:cNvSpPr/>
      </dsp:nvSpPr>
      <dsp:spPr>
        <a:xfrm>
          <a:off x="4991076" y="267513"/>
          <a:ext cx="1478925" cy="795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endParaRPr lang="en-US" sz="1200" kern="1200"/>
        </a:p>
      </dsp:txBody>
      <dsp:txXfrm>
        <a:off x="4991076" y="267513"/>
        <a:ext cx="1478925" cy="795121"/>
      </dsp:txXfrm>
    </dsp:sp>
    <dsp:sp modelId="{86FBD629-369A-481F-A8C6-7D9756F841A5}">
      <dsp:nvSpPr>
        <dsp:cNvPr id="0" name=""/>
        <dsp:cNvSpPr/>
      </dsp:nvSpPr>
      <dsp:spPr>
        <a:xfrm rot="5400000">
          <a:off x="2471866" y="88611"/>
          <a:ext cx="1325202" cy="1152926"/>
        </a:xfrm>
        <a:prstGeom prst="hexagon">
          <a:avLst>
            <a:gd name="adj" fmla="val 25000"/>
            <a:gd name="vf" fmla="val 115470"/>
          </a:avLst>
        </a:prstGeom>
        <a:gradFill rotWithShape="0">
          <a:gsLst>
            <a:gs pos="0">
              <a:schemeClr val="accent3">
                <a:hueOff val="-1374467"/>
                <a:satOff val="-11674"/>
                <a:lumOff val="39"/>
                <a:alphaOff val="0"/>
                <a:shade val="51000"/>
                <a:satMod val="130000"/>
              </a:schemeClr>
            </a:gs>
            <a:gs pos="80000">
              <a:schemeClr val="accent3">
                <a:hueOff val="-1374467"/>
                <a:satOff val="-11674"/>
                <a:lumOff val="39"/>
                <a:alphaOff val="0"/>
                <a:shade val="93000"/>
                <a:satMod val="130000"/>
              </a:schemeClr>
            </a:gs>
            <a:gs pos="100000">
              <a:schemeClr val="accent3">
                <a:hueOff val="-1374467"/>
                <a:satOff val="-11674"/>
                <a:lumOff val="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1374467"/>
              <a:satOff val="-11674"/>
              <a:lumOff val="39"/>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East Pakistan </a:t>
          </a:r>
          <a:r>
            <a:rPr lang="en-US" sz="1700" kern="1200" dirty="0" err="1"/>
            <a:t>Chattra</a:t>
          </a:r>
          <a:r>
            <a:rPr lang="en-US" sz="1700" kern="1200" dirty="0"/>
            <a:t> League</a:t>
          </a:r>
        </a:p>
      </dsp:txBody>
      <dsp:txXfrm rot="-5400000">
        <a:off x="2737668" y="208984"/>
        <a:ext cx="793598" cy="912180"/>
      </dsp:txXfrm>
    </dsp:sp>
    <dsp:sp modelId="{6E4024B6-DB4F-4822-83E1-5A0965D842C7}">
      <dsp:nvSpPr>
        <dsp:cNvPr id="0" name=""/>
        <dsp:cNvSpPr/>
      </dsp:nvSpPr>
      <dsp:spPr>
        <a:xfrm rot="5400000">
          <a:off x="3092060" y="1213442"/>
          <a:ext cx="1325202" cy="1152926"/>
        </a:xfrm>
        <a:prstGeom prst="hexagon">
          <a:avLst>
            <a:gd name="adj" fmla="val 25000"/>
            <a:gd name="vf" fmla="val 115470"/>
          </a:avLst>
        </a:prstGeom>
        <a:gradFill rotWithShape="0">
          <a:gsLst>
            <a:gs pos="0">
              <a:schemeClr val="accent3">
                <a:hueOff val="-2748934"/>
                <a:satOff val="-23348"/>
                <a:lumOff val="78"/>
                <a:alphaOff val="0"/>
                <a:shade val="51000"/>
                <a:satMod val="130000"/>
              </a:schemeClr>
            </a:gs>
            <a:gs pos="80000">
              <a:schemeClr val="accent3">
                <a:hueOff val="-2748934"/>
                <a:satOff val="-23348"/>
                <a:lumOff val="78"/>
                <a:alphaOff val="0"/>
                <a:shade val="93000"/>
                <a:satMod val="130000"/>
              </a:schemeClr>
            </a:gs>
            <a:gs pos="100000">
              <a:schemeClr val="accent3">
                <a:hueOff val="-2748934"/>
                <a:satOff val="-23348"/>
                <a:lumOff val="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2748934"/>
              <a:satOff val="-23348"/>
              <a:lumOff val="78"/>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East Pakistan </a:t>
          </a:r>
          <a:r>
            <a:rPr lang="en-US" sz="1200" kern="1200" dirty="0" err="1"/>
            <a:t>Chattra</a:t>
          </a:r>
          <a:r>
            <a:rPr lang="en-US" sz="1200" kern="1200" dirty="0"/>
            <a:t> Union (</a:t>
          </a:r>
          <a:r>
            <a:rPr lang="en-US" sz="1200" kern="1200" dirty="0" err="1"/>
            <a:t>Matiya</a:t>
          </a:r>
          <a:r>
            <a:rPr lang="en-US" sz="1200" kern="1200" dirty="0"/>
            <a:t>)</a:t>
          </a:r>
        </a:p>
      </dsp:txBody>
      <dsp:txXfrm rot="-5400000">
        <a:off x="3357862" y="1333815"/>
        <a:ext cx="793598" cy="912180"/>
      </dsp:txXfrm>
    </dsp:sp>
    <dsp:sp modelId="{F02C875A-6EEA-4F3B-A0AE-DADC09778194}">
      <dsp:nvSpPr>
        <dsp:cNvPr id="0" name=""/>
        <dsp:cNvSpPr/>
      </dsp:nvSpPr>
      <dsp:spPr>
        <a:xfrm>
          <a:off x="1699273" y="1392345"/>
          <a:ext cx="1431218" cy="795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r" defTabSz="533400">
            <a:lnSpc>
              <a:spcPct val="90000"/>
            </a:lnSpc>
            <a:spcBef>
              <a:spcPct val="0"/>
            </a:spcBef>
            <a:spcAft>
              <a:spcPct val="35000"/>
            </a:spcAft>
            <a:buNone/>
          </a:pPr>
          <a:endParaRPr lang="en-US" sz="1200" kern="1200"/>
        </a:p>
      </dsp:txBody>
      <dsp:txXfrm>
        <a:off x="1699273" y="1392345"/>
        <a:ext cx="1431218" cy="795121"/>
      </dsp:txXfrm>
    </dsp:sp>
    <dsp:sp modelId="{04CC5CAC-580B-4536-B8D7-B32FB479EBEA}">
      <dsp:nvSpPr>
        <dsp:cNvPr id="0" name=""/>
        <dsp:cNvSpPr/>
      </dsp:nvSpPr>
      <dsp:spPr>
        <a:xfrm rot="5400000">
          <a:off x="4337221" y="1213442"/>
          <a:ext cx="1325202" cy="1152926"/>
        </a:xfrm>
        <a:prstGeom prst="hexagon">
          <a:avLst>
            <a:gd name="adj" fmla="val 25000"/>
            <a:gd name="vf" fmla="val 115470"/>
          </a:avLst>
        </a:prstGeom>
        <a:gradFill rotWithShape="0">
          <a:gsLst>
            <a:gs pos="0">
              <a:schemeClr val="accent3">
                <a:hueOff val="-4123401"/>
                <a:satOff val="-35023"/>
                <a:lumOff val="117"/>
                <a:alphaOff val="0"/>
                <a:shade val="51000"/>
                <a:satMod val="130000"/>
              </a:schemeClr>
            </a:gs>
            <a:gs pos="80000">
              <a:schemeClr val="accent3">
                <a:hueOff val="-4123401"/>
                <a:satOff val="-35023"/>
                <a:lumOff val="117"/>
                <a:alphaOff val="0"/>
                <a:shade val="93000"/>
                <a:satMod val="130000"/>
              </a:schemeClr>
            </a:gs>
            <a:gs pos="100000">
              <a:schemeClr val="accent3">
                <a:hueOff val="-4123401"/>
                <a:satOff val="-35023"/>
                <a:lumOff val="11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4123401"/>
              <a:satOff val="-35023"/>
              <a:lumOff val="117"/>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US" sz="1000" kern="1200" dirty="0"/>
            <a:t>NSF- </a:t>
          </a:r>
          <a:r>
            <a:rPr lang="en-US" sz="1000" kern="1200" dirty="0" err="1"/>
            <a:t>Mahbubul</a:t>
          </a:r>
          <a:r>
            <a:rPr lang="en-US" sz="1000" kern="1200" dirty="0"/>
            <a:t> </a:t>
          </a:r>
          <a:r>
            <a:rPr lang="en-US" sz="1000" kern="1200" dirty="0" err="1"/>
            <a:t>Huq</a:t>
          </a:r>
          <a:r>
            <a:rPr lang="en-US" sz="1000" kern="1200" dirty="0"/>
            <a:t> </a:t>
          </a:r>
          <a:r>
            <a:rPr lang="en-US" sz="1000" kern="1200" dirty="0" err="1"/>
            <a:t>Dulal</a:t>
          </a:r>
          <a:r>
            <a:rPr lang="en-US" sz="1000" kern="1200" dirty="0"/>
            <a:t>, Ibrahim Khalil, </a:t>
          </a:r>
          <a:r>
            <a:rPr lang="en-US" sz="1000" kern="1200" dirty="0" err="1"/>
            <a:t>Nazim</a:t>
          </a:r>
          <a:r>
            <a:rPr lang="en-US" sz="1000" kern="1200" dirty="0"/>
            <a:t> Kamran </a:t>
          </a:r>
          <a:r>
            <a:rPr lang="en-US" sz="1000" kern="1200" dirty="0" err="1"/>
            <a:t>Chy</a:t>
          </a:r>
          <a:r>
            <a:rPr lang="en-US" sz="1000" kern="1200" dirty="0"/>
            <a:t>. </a:t>
          </a:r>
          <a:r>
            <a:rPr lang="en-US" sz="1000" kern="1200" dirty="0" err="1"/>
            <a:t>etc</a:t>
          </a:r>
          <a:endParaRPr lang="en-US" sz="1000" kern="1200" dirty="0"/>
        </a:p>
      </dsp:txBody>
      <dsp:txXfrm rot="-5400000">
        <a:off x="4603023" y="1333815"/>
        <a:ext cx="793598" cy="912180"/>
      </dsp:txXfrm>
    </dsp:sp>
    <dsp:sp modelId="{3D26DE73-554A-4FF1-9D49-CBCD2628582E}">
      <dsp:nvSpPr>
        <dsp:cNvPr id="0" name=""/>
        <dsp:cNvSpPr/>
      </dsp:nvSpPr>
      <dsp:spPr>
        <a:xfrm rot="5400000">
          <a:off x="3717026" y="2338274"/>
          <a:ext cx="1325202" cy="1152926"/>
        </a:xfrm>
        <a:prstGeom prst="hexagon">
          <a:avLst>
            <a:gd name="adj" fmla="val 25000"/>
            <a:gd name="vf" fmla="val 115470"/>
          </a:avLst>
        </a:prstGeom>
        <a:gradFill rotWithShape="0">
          <a:gsLst>
            <a:gs pos="0">
              <a:schemeClr val="accent3">
                <a:hueOff val="-5497868"/>
                <a:satOff val="-46697"/>
                <a:lumOff val="156"/>
                <a:alphaOff val="0"/>
                <a:shade val="51000"/>
                <a:satMod val="130000"/>
              </a:schemeClr>
            </a:gs>
            <a:gs pos="80000">
              <a:schemeClr val="accent3">
                <a:hueOff val="-5497868"/>
                <a:satOff val="-46697"/>
                <a:lumOff val="156"/>
                <a:alphaOff val="0"/>
                <a:shade val="93000"/>
                <a:satMod val="130000"/>
              </a:schemeClr>
            </a:gs>
            <a:gs pos="100000">
              <a:schemeClr val="accent3">
                <a:hueOff val="-5497868"/>
                <a:satOff val="-46697"/>
                <a:lumOff val="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5497868"/>
              <a:satOff val="-46697"/>
              <a:lumOff val="156"/>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8 DUCSU Leaders</a:t>
          </a:r>
        </a:p>
      </dsp:txBody>
      <dsp:txXfrm rot="-5400000">
        <a:off x="3982828" y="2458647"/>
        <a:ext cx="793598" cy="912180"/>
      </dsp:txXfrm>
    </dsp:sp>
    <dsp:sp modelId="{A07E2AA9-DABB-4C82-BEF6-3D9527D52E75}">
      <dsp:nvSpPr>
        <dsp:cNvPr id="0" name=""/>
        <dsp:cNvSpPr/>
      </dsp:nvSpPr>
      <dsp:spPr>
        <a:xfrm>
          <a:off x="4991076" y="2517177"/>
          <a:ext cx="1478925" cy="795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endParaRPr lang="en-US" sz="1200" kern="1200"/>
        </a:p>
      </dsp:txBody>
      <dsp:txXfrm>
        <a:off x="4991076" y="2517177"/>
        <a:ext cx="1478925" cy="795121"/>
      </dsp:txXfrm>
    </dsp:sp>
    <dsp:sp modelId="{51975DA1-5CBD-4B02-A20B-2FD0A4D7F070}">
      <dsp:nvSpPr>
        <dsp:cNvPr id="0" name=""/>
        <dsp:cNvSpPr/>
      </dsp:nvSpPr>
      <dsp:spPr>
        <a:xfrm rot="5400000">
          <a:off x="2471866" y="2338274"/>
          <a:ext cx="1325202" cy="1152926"/>
        </a:xfrm>
        <a:prstGeom prst="hexagon">
          <a:avLst>
            <a:gd name="adj" fmla="val 25000"/>
            <a:gd name="vf" fmla="val 115470"/>
          </a:avLst>
        </a:prstGeom>
        <a:gradFill rotWithShape="0">
          <a:gsLst>
            <a:gs pos="0">
              <a:schemeClr val="accent3">
                <a:hueOff val="-6872335"/>
                <a:satOff val="-58371"/>
                <a:lumOff val="195"/>
                <a:alphaOff val="0"/>
                <a:shade val="51000"/>
                <a:satMod val="130000"/>
              </a:schemeClr>
            </a:gs>
            <a:gs pos="80000">
              <a:schemeClr val="accent3">
                <a:hueOff val="-6872335"/>
                <a:satOff val="-58371"/>
                <a:lumOff val="195"/>
                <a:alphaOff val="0"/>
                <a:shade val="93000"/>
                <a:satMod val="130000"/>
              </a:schemeClr>
            </a:gs>
            <a:gs pos="100000">
              <a:schemeClr val="accent3">
                <a:hueOff val="-6872335"/>
                <a:satOff val="-58371"/>
                <a:lumOff val="19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accent3">
              <a:hueOff val="-6872335"/>
              <a:satOff val="-58371"/>
              <a:lumOff val="195"/>
              <a:alphaOff val="0"/>
              <a:shade val="25000"/>
              <a:satMod val="15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NSF ( A Section of them joined)</a:t>
          </a:r>
        </a:p>
      </dsp:txBody>
      <dsp:txXfrm rot="-5400000">
        <a:off x="2737668" y="2458647"/>
        <a:ext cx="793598" cy="9121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F9F6D-0922-492B-A67B-8CEFE728DFD7}">
      <dsp:nvSpPr>
        <dsp:cNvPr id="0" name=""/>
        <dsp:cNvSpPr/>
      </dsp:nvSpPr>
      <dsp:spPr>
        <a:xfrm>
          <a:off x="0" y="2792753"/>
          <a:ext cx="7521575"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880BF6-1FC9-4C3F-99E9-5308A39ACCCF}">
      <dsp:nvSpPr>
        <dsp:cNvPr id="0" name=""/>
        <dsp:cNvSpPr/>
      </dsp:nvSpPr>
      <dsp:spPr>
        <a:xfrm>
          <a:off x="0" y="1593221"/>
          <a:ext cx="7521575"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84E147-1253-4E25-9A19-C62B76F1E4DC}">
      <dsp:nvSpPr>
        <dsp:cNvPr id="0" name=""/>
        <dsp:cNvSpPr/>
      </dsp:nvSpPr>
      <dsp:spPr>
        <a:xfrm>
          <a:off x="0" y="393689"/>
          <a:ext cx="7521575"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F424E1-D5A4-46C1-BB02-52469971AE81}">
      <dsp:nvSpPr>
        <dsp:cNvPr id="0" name=""/>
        <dsp:cNvSpPr/>
      </dsp:nvSpPr>
      <dsp:spPr>
        <a:xfrm>
          <a:off x="1955609" y="438"/>
          <a:ext cx="5565965" cy="3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b" anchorCtr="0">
          <a:noAutofit/>
        </a:bodyPr>
        <a:lstStyle/>
        <a:p>
          <a:pPr marL="0" lvl="0" indent="0" algn="l" defTabSz="1022350">
            <a:lnSpc>
              <a:spcPct val="90000"/>
            </a:lnSpc>
            <a:spcBef>
              <a:spcPct val="0"/>
            </a:spcBef>
            <a:spcAft>
              <a:spcPct val="35000"/>
            </a:spcAft>
            <a:buNone/>
          </a:pPr>
          <a:endParaRPr lang="en-US" sz="2300" kern="1200" dirty="0"/>
        </a:p>
      </dsp:txBody>
      <dsp:txXfrm>
        <a:off x="1955609" y="438"/>
        <a:ext cx="5565965" cy="393250"/>
      </dsp:txXfrm>
    </dsp:sp>
    <dsp:sp modelId="{B38D109C-0DC1-42A5-8E1E-B826F2DDBBD0}">
      <dsp:nvSpPr>
        <dsp:cNvPr id="0" name=""/>
        <dsp:cNvSpPr/>
      </dsp:nvSpPr>
      <dsp:spPr>
        <a:xfrm>
          <a:off x="0" y="438"/>
          <a:ext cx="1955609" cy="393250"/>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9200" y="19638"/>
        <a:ext cx="1917209" cy="374050"/>
      </dsp:txXfrm>
    </dsp:sp>
    <dsp:sp modelId="{28C79002-A5E8-4CDB-BE89-491FEE18A573}">
      <dsp:nvSpPr>
        <dsp:cNvPr id="0" name=""/>
        <dsp:cNvSpPr/>
      </dsp:nvSpPr>
      <dsp:spPr>
        <a:xfrm>
          <a:off x="0" y="393689"/>
          <a:ext cx="7521575" cy="786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285750" lvl="1" indent="-285750" algn="l" defTabSz="1955800">
            <a:lnSpc>
              <a:spcPct val="90000"/>
            </a:lnSpc>
            <a:spcBef>
              <a:spcPct val="0"/>
            </a:spcBef>
            <a:spcAft>
              <a:spcPct val="15000"/>
            </a:spcAft>
            <a:buChar char="•"/>
          </a:pPr>
          <a:endParaRPr lang="en-US" sz="4400" kern="1200"/>
        </a:p>
      </dsp:txBody>
      <dsp:txXfrm>
        <a:off x="0" y="393689"/>
        <a:ext cx="7521575" cy="786619"/>
      </dsp:txXfrm>
    </dsp:sp>
    <dsp:sp modelId="{2441774A-8B41-4C1F-89F7-D27906367476}">
      <dsp:nvSpPr>
        <dsp:cNvPr id="0" name=""/>
        <dsp:cNvSpPr/>
      </dsp:nvSpPr>
      <dsp:spPr>
        <a:xfrm>
          <a:off x="1955609" y="1199971"/>
          <a:ext cx="5565965" cy="3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b" anchorCtr="0">
          <a:noAutofit/>
        </a:bodyPr>
        <a:lstStyle/>
        <a:p>
          <a:pPr marL="0" lvl="0" indent="0" algn="l" defTabSz="1022350">
            <a:lnSpc>
              <a:spcPct val="90000"/>
            </a:lnSpc>
            <a:spcBef>
              <a:spcPct val="0"/>
            </a:spcBef>
            <a:spcAft>
              <a:spcPct val="35000"/>
            </a:spcAft>
            <a:buNone/>
          </a:pPr>
          <a:endParaRPr lang="en-US" sz="2300" kern="1200"/>
        </a:p>
      </dsp:txBody>
      <dsp:txXfrm>
        <a:off x="1955609" y="1199971"/>
        <a:ext cx="5565965" cy="393250"/>
      </dsp:txXfrm>
    </dsp:sp>
    <dsp:sp modelId="{241C1946-9A13-4ED0-B90C-9F965A2DD757}">
      <dsp:nvSpPr>
        <dsp:cNvPr id="0" name=""/>
        <dsp:cNvSpPr/>
      </dsp:nvSpPr>
      <dsp:spPr>
        <a:xfrm>
          <a:off x="0" y="1199971"/>
          <a:ext cx="1955609" cy="393250"/>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9200" y="1219171"/>
        <a:ext cx="1917209" cy="374050"/>
      </dsp:txXfrm>
    </dsp:sp>
    <dsp:sp modelId="{A88499F8-4E58-4AA5-AB8B-61F52F42D850}">
      <dsp:nvSpPr>
        <dsp:cNvPr id="0" name=""/>
        <dsp:cNvSpPr/>
      </dsp:nvSpPr>
      <dsp:spPr>
        <a:xfrm>
          <a:off x="0" y="1593221"/>
          <a:ext cx="7521575" cy="786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285750" lvl="1" indent="-285750" algn="l" defTabSz="1955800">
            <a:lnSpc>
              <a:spcPct val="90000"/>
            </a:lnSpc>
            <a:spcBef>
              <a:spcPct val="0"/>
            </a:spcBef>
            <a:spcAft>
              <a:spcPct val="15000"/>
            </a:spcAft>
            <a:buChar char="•"/>
          </a:pPr>
          <a:endParaRPr lang="en-US" sz="4400" kern="1200"/>
        </a:p>
      </dsp:txBody>
      <dsp:txXfrm>
        <a:off x="0" y="1593221"/>
        <a:ext cx="7521575" cy="786619"/>
      </dsp:txXfrm>
    </dsp:sp>
    <dsp:sp modelId="{686AA845-4E26-4080-9193-EE75601E47DA}">
      <dsp:nvSpPr>
        <dsp:cNvPr id="0" name=""/>
        <dsp:cNvSpPr/>
      </dsp:nvSpPr>
      <dsp:spPr>
        <a:xfrm>
          <a:off x="1955609" y="2399503"/>
          <a:ext cx="5565965" cy="3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815" tIns="43815" rIns="43815" bIns="43815" numCol="1" spcCol="1270" anchor="b" anchorCtr="0">
          <a:noAutofit/>
        </a:bodyPr>
        <a:lstStyle/>
        <a:p>
          <a:pPr marL="0" lvl="0" indent="0" algn="l" defTabSz="1022350">
            <a:lnSpc>
              <a:spcPct val="90000"/>
            </a:lnSpc>
            <a:spcBef>
              <a:spcPct val="0"/>
            </a:spcBef>
            <a:spcAft>
              <a:spcPct val="35000"/>
            </a:spcAft>
            <a:buNone/>
          </a:pPr>
          <a:endParaRPr lang="en-US" sz="2300" kern="1200"/>
        </a:p>
      </dsp:txBody>
      <dsp:txXfrm>
        <a:off x="1955609" y="2399503"/>
        <a:ext cx="5565965" cy="393250"/>
      </dsp:txXfrm>
    </dsp:sp>
    <dsp:sp modelId="{5E2FDD54-7985-4D3A-B6E1-04A203AB51AF}">
      <dsp:nvSpPr>
        <dsp:cNvPr id="0" name=""/>
        <dsp:cNvSpPr/>
      </dsp:nvSpPr>
      <dsp:spPr>
        <a:xfrm>
          <a:off x="0" y="2399503"/>
          <a:ext cx="1955609" cy="393250"/>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9200" y="2418703"/>
        <a:ext cx="1917209" cy="374050"/>
      </dsp:txXfrm>
    </dsp:sp>
    <dsp:sp modelId="{56DE462D-8107-4789-AFE5-825841C3D3DE}">
      <dsp:nvSpPr>
        <dsp:cNvPr id="0" name=""/>
        <dsp:cNvSpPr/>
      </dsp:nvSpPr>
      <dsp:spPr>
        <a:xfrm>
          <a:off x="0" y="2792753"/>
          <a:ext cx="7521575" cy="786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285750" lvl="1" indent="-285750" algn="l" defTabSz="1955800">
            <a:lnSpc>
              <a:spcPct val="90000"/>
            </a:lnSpc>
            <a:spcBef>
              <a:spcPct val="0"/>
            </a:spcBef>
            <a:spcAft>
              <a:spcPct val="15000"/>
            </a:spcAft>
            <a:buChar char="•"/>
          </a:pPr>
          <a:endParaRPr lang="en-US" sz="4400" kern="1200"/>
        </a:p>
      </dsp:txBody>
      <dsp:txXfrm>
        <a:off x="0" y="2792753"/>
        <a:ext cx="7521575" cy="786619"/>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CE7E99-178D-4231-BFDF-7C7E582A94C4}" type="datetimeFigureOut">
              <a:rPr lang="en-US" smtClean="0"/>
              <a:pPr/>
              <a:t>7/6/2025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D22A249-E4D2-4EBE-99F5-D8B12CA1C037}" type="slidenum">
              <a:rPr lang="en-US" smtClean="0"/>
              <a:pPr/>
              <a:t>‹#›</a:t>
            </a:fld>
            <a:endParaRPr lang="en-US"/>
          </a:p>
        </p:txBody>
      </p:sp>
    </p:spTree>
    <p:extLst>
      <p:ext uri="{BB962C8B-B14F-4D97-AF65-F5344CB8AC3E}">
        <p14:creationId xmlns:p14="http://schemas.microsoft.com/office/powerpoint/2010/main" val="3252649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22A249-E4D2-4EBE-99F5-D8B12CA1C037}" type="slidenum">
              <a:rPr lang="en-US" smtClean="0"/>
              <a:pPr/>
              <a:t>8</a:t>
            </a:fld>
            <a:endParaRPr lang="en-US"/>
          </a:p>
        </p:txBody>
      </p:sp>
    </p:spTree>
    <p:extLst>
      <p:ext uri="{BB962C8B-B14F-4D97-AF65-F5344CB8AC3E}">
        <p14:creationId xmlns:p14="http://schemas.microsoft.com/office/powerpoint/2010/main" val="1405753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7/6/2025</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7/6/2025</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9140000">
            <a:off x="727457" y="1490613"/>
            <a:ext cx="6379625" cy="1204306"/>
          </a:xfrm>
        </p:spPr>
        <p:txBody>
          <a:bodyPr/>
          <a:lstStyle/>
          <a:p>
            <a:r>
              <a:rPr lang="en-US" dirty="0"/>
              <a:t>The </a:t>
            </a:r>
            <a:r>
              <a:rPr lang="en-US" dirty="0" err="1"/>
              <a:t>agartala</a:t>
            </a:r>
            <a:r>
              <a:rPr lang="en-US" dirty="0"/>
              <a:t> conspiracy case</a:t>
            </a:r>
          </a:p>
        </p:txBody>
      </p:sp>
      <p:sp>
        <p:nvSpPr>
          <p:cNvPr id="3" name="Subtitle 2"/>
          <p:cNvSpPr>
            <a:spLocks noGrp="1"/>
          </p:cNvSpPr>
          <p:nvPr>
            <p:ph type="subTitle" idx="1"/>
          </p:nvPr>
        </p:nvSpPr>
        <p:spPr>
          <a:xfrm rot="19140000">
            <a:off x="1121831" y="2229017"/>
            <a:ext cx="7248591" cy="329259"/>
          </a:xfrm>
        </p:spPr>
        <p:txBody>
          <a:bodyPr>
            <a:normAutofit fontScale="77500" lnSpcReduction="20000"/>
          </a:bodyPr>
          <a:lstStyle/>
          <a:p>
            <a:r>
              <a:rPr lang="en-US" dirty="0"/>
              <a:t>The state of </a:t>
            </a:r>
            <a:r>
              <a:rPr lang="en-US" dirty="0" err="1"/>
              <a:t>pakistan</a:t>
            </a:r>
            <a:r>
              <a:rPr lang="en-US" dirty="0"/>
              <a:t> </a:t>
            </a:r>
            <a:r>
              <a:rPr lang="en-US" dirty="0" err="1"/>
              <a:t>vs</a:t>
            </a:r>
            <a:r>
              <a:rPr lang="en-US" dirty="0"/>
              <a:t> sheikh </a:t>
            </a:r>
            <a:r>
              <a:rPr lang="en-US" dirty="0" err="1"/>
              <a:t>mujibur</a:t>
            </a:r>
            <a:r>
              <a:rPr lang="en-US" dirty="0"/>
              <a:t> </a:t>
            </a:r>
            <a:r>
              <a:rPr lang="en-US" dirty="0" err="1"/>
              <a:t>rahman</a:t>
            </a:r>
            <a:r>
              <a:rPr lang="en-US" dirty="0"/>
              <a:t> and others</a:t>
            </a:r>
          </a:p>
        </p:txBody>
      </p:sp>
    </p:spTree>
    <p:extLst>
      <p:ext uri="{BB962C8B-B14F-4D97-AF65-F5344CB8AC3E}">
        <p14:creationId xmlns:p14="http://schemas.microsoft.com/office/powerpoint/2010/main" val="85268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a:xfrm>
            <a:off x="822960" y="1524000"/>
            <a:ext cx="7520940" cy="3156477"/>
          </a:xfrm>
        </p:spPr>
        <p:txBody>
          <a:bodyPr/>
          <a:lstStyle/>
          <a:p>
            <a:pPr>
              <a:buFont typeface="Arial" pitchFamily="34" charset="0"/>
              <a:buChar char="•"/>
            </a:pPr>
            <a:r>
              <a:rPr lang="en-US" b="0" dirty="0"/>
              <a:t>The Role of Sheikh </a:t>
            </a:r>
            <a:r>
              <a:rPr lang="en-US" b="0" dirty="0" err="1"/>
              <a:t>Mujibur</a:t>
            </a:r>
            <a:r>
              <a:rPr lang="en-US" b="0" dirty="0"/>
              <a:t> </a:t>
            </a:r>
            <a:r>
              <a:rPr lang="en-US" b="0" dirty="0" err="1"/>
              <a:t>Rahman</a:t>
            </a:r>
            <a:r>
              <a:rPr lang="en-US" b="0" dirty="0"/>
              <a:t>-</a:t>
            </a:r>
          </a:p>
          <a:p>
            <a:pPr>
              <a:buFont typeface="+mj-lt"/>
              <a:buAutoNum type="arabicPeriod"/>
            </a:pPr>
            <a:r>
              <a:rPr lang="en-US" b="0" dirty="0" err="1"/>
              <a:t>Ayub’s</a:t>
            </a:r>
            <a:r>
              <a:rPr lang="en-US" b="0" dirty="0"/>
              <a:t> rule and the imprisonment of political leaders by EBDO</a:t>
            </a:r>
          </a:p>
          <a:p>
            <a:pPr>
              <a:buFont typeface="+mj-lt"/>
              <a:buAutoNum type="arabicPeriod"/>
            </a:pPr>
            <a:r>
              <a:rPr lang="en-US" b="0" dirty="0"/>
              <a:t>Sheikh </a:t>
            </a:r>
            <a:r>
              <a:rPr lang="en-US" b="0" dirty="0" err="1"/>
              <a:t>Mujib</a:t>
            </a:r>
            <a:r>
              <a:rPr lang="en-US" b="0" dirty="0"/>
              <a:t> and his contribution to revive AL</a:t>
            </a:r>
          </a:p>
          <a:p>
            <a:pPr>
              <a:buFont typeface="+mj-lt"/>
              <a:buAutoNum type="arabicPeriod"/>
            </a:pPr>
            <a:r>
              <a:rPr lang="en-US" b="0" dirty="0"/>
              <a:t>Sheikh </a:t>
            </a:r>
            <a:r>
              <a:rPr lang="en-US" b="0" dirty="0" err="1"/>
              <a:t>Mujib’s</a:t>
            </a:r>
            <a:r>
              <a:rPr lang="en-US" b="0" dirty="0"/>
              <a:t> role in the election of 1965</a:t>
            </a:r>
          </a:p>
          <a:p>
            <a:pPr>
              <a:buFont typeface="+mj-lt"/>
              <a:buAutoNum type="arabicPeriod"/>
            </a:pPr>
            <a:r>
              <a:rPr lang="en-US" b="0" dirty="0"/>
              <a:t>Mass gatherings and processions of Sheikh </a:t>
            </a:r>
            <a:r>
              <a:rPr lang="en-US" b="0" dirty="0" err="1"/>
              <a:t>Mujib</a:t>
            </a:r>
            <a:r>
              <a:rPr lang="en-US" b="0" dirty="0"/>
              <a:t> and strongly raised voice against the </a:t>
            </a:r>
            <a:r>
              <a:rPr lang="en-US" b="0" dirty="0" err="1"/>
              <a:t>mis</a:t>
            </a:r>
            <a:r>
              <a:rPr lang="en-US" b="0" dirty="0"/>
              <a:t>-rule and </a:t>
            </a:r>
            <a:r>
              <a:rPr lang="en-US" b="0" dirty="0" err="1"/>
              <a:t>descrimination</a:t>
            </a:r>
            <a:r>
              <a:rPr lang="en-US" b="0" dirty="0"/>
              <a:t> between the two wings</a:t>
            </a:r>
          </a:p>
          <a:p>
            <a:pPr>
              <a:buFont typeface="+mj-lt"/>
              <a:buAutoNum type="arabicPeriod"/>
            </a:pPr>
            <a:r>
              <a:rPr lang="en-US" b="0" dirty="0"/>
              <a:t>The proposition of six points and the 1965 war and the safety of East Pakistan; </a:t>
            </a:r>
            <a:r>
              <a:rPr lang="en-US" b="0" dirty="0" err="1"/>
              <a:t>Ayub</a:t>
            </a:r>
            <a:r>
              <a:rPr lang="en-US" b="0" dirty="0"/>
              <a:t> khan got infuriated</a:t>
            </a:r>
          </a:p>
        </p:txBody>
      </p:sp>
    </p:spTree>
    <p:extLst>
      <p:ext uri="{BB962C8B-B14F-4D97-AF65-F5344CB8AC3E}">
        <p14:creationId xmlns:p14="http://schemas.microsoft.com/office/powerpoint/2010/main" val="1169337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140000">
            <a:off x="703757" y="1358999"/>
            <a:ext cx="5873923" cy="1089427"/>
          </a:xfrm>
        </p:spPr>
        <p:txBody>
          <a:bodyPr/>
          <a:lstStyle/>
          <a:p>
            <a:r>
              <a:rPr lang="en-US" dirty="0"/>
              <a:t>6. The six point based movement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79494822"/>
              </p:ext>
            </p:extLst>
          </p:nvPr>
        </p:nvGraphicFramePr>
        <p:xfrm>
          <a:off x="4114800" y="2619375"/>
          <a:ext cx="4953000" cy="3324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half" idx="2"/>
          </p:nvPr>
        </p:nvSpPr>
        <p:spPr/>
        <p:txBody>
          <a:bodyPr/>
          <a:lstStyle/>
          <a:p>
            <a:r>
              <a:rPr lang="en-US" dirty="0" err="1"/>
              <a:t>Ayub</a:t>
            </a:r>
            <a:r>
              <a:rPr lang="en-US" dirty="0"/>
              <a:t> Khan’s Response</a:t>
            </a:r>
          </a:p>
        </p:txBody>
      </p:sp>
    </p:spTree>
    <p:extLst>
      <p:ext uri="{BB962C8B-B14F-4D97-AF65-F5344CB8AC3E}">
        <p14:creationId xmlns:p14="http://schemas.microsoft.com/office/powerpoint/2010/main" val="2257901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76202085"/>
              </p:ext>
            </p:extLst>
          </p:nvPr>
        </p:nvGraphicFramePr>
        <p:xfrm>
          <a:off x="822325" y="1100138"/>
          <a:ext cx="7521575" cy="357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159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46228573"/>
              </p:ext>
            </p:extLst>
          </p:nvPr>
        </p:nvGraphicFramePr>
        <p:xfrm>
          <a:off x="822325" y="1100138"/>
          <a:ext cx="8169275" cy="522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865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0"/>
            <a:ext cx="7520940" cy="533400"/>
          </a:xfrm>
        </p:spPr>
        <p:txBody>
          <a:bodyPr/>
          <a:lstStyle/>
          <a:p>
            <a:r>
              <a:rPr lang="en-US" dirty="0"/>
              <a:t>Content and plot of the case</a:t>
            </a:r>
          </a:p>
        </p:txBody>
      </p:sp>
      <p:sp>
        <p:nvSpPr>
          <p:cNvPr id="3" name="Content Placeholder 2"/>
          <p:cNvSpPr>
            <a:spLocks noGrp="1"/>
          </p:cNvSpPr>
          <p:nvPr>
            <p:ph idx="1"/>
          </p:nvPr>
        </p:nvSpPr>
        <p:spPr>
          <a:xfrm>
            <a:off x="822960" y="457200"/>
            <a:ext cx="8168640" cy="4572000"/>
          </a:xfrm>
        </p:spPr>
        <p:txBody>
          <a:bodyPr>
            <a:normAutofit/>
          </a:bodyPr>
          <a:lstStyle/>
          <a:p>
            <a:pPr>
              <a:buFont typeface="Arial" pitchFamily="34" charset="0"/>
              <a:buChar char="•"/>
            </a:pPr>
            <a:r>
              <a:rPr lang="en-GB" b="0" dirty="0"/>
              <a:t>The acute disparity in the armed forces led some </a:t>
            </a:r>
            <a:r>
              <a:rPr lang="en-GB" b="0" dirty="0" err="1"/>
              <a:t>Bangali</a:t>
            </a:r>
            <a:r>
              <a:rPr lang="en-GB" b="0" dirty="0"/>
              <a:t> army officers and soldiers to be united secretly. Knowing full well that the interest of the </a:t>
            </a:r>
            <a:r>
              <a:rPr lang="en-GB" b="0" dirty="0" err="1"/>
              <a:t>Bangalis</a:t>
            </a:r>
            <a:r>
              <a:rPr lang="en-GB" b="0" dirty="0"/>
              <a:t> could never be served under the rulers of West Pakistan, they decided to make East Pakistan independent through an armed revolt. </a:t>
            </a:r>
          </a:p>
          <a:p>
            <a:pPr>
              <a:buFont typeface="Arial" pitchFamily="34" charset="0"/>
              <a:buChar char="•"/>
            </a:pPr>
            <a:r>
              <a:rPr lang="en-GB" b="0" dirty="0"/>
              <a:t>With this end in view, they began to mobilise army personnel secretly. </a:t>
            </a:r>
            <a:r>
              <a:rPr lang="en-GB" b="0" dirty="0">
                <a:solidFill>
                  <a:srgbClr val="FF0000"/>
                </a:solidFill>
              </a:rPr>
              <a:t>The conspiracy was, however, detected by the intelligence department of the government</a:t>
            </a:r>
            <a:r>
              <a:rPr lang="en-GB" b="0" dirty="0"/>
              <a:t>. Nearly one thousand five hundred </a:t>
            </a:r>
            <a:r>
              <a:rPr lang="en-GB" b="0" dirty="0" err="1"/>
              <a:t>Bangalis</a:t>
            </a:r>
            <a:r>
              <a:rPr lang="en-GB" b="0" dirty="0"/>
              <a:t> throughout Pakistan were arrested by the intelligence force.</a:t>
            </a:r>
          </a:p>
          <a:p>
            <a:pPr>
              <a:buFont typeface="Arial" pitchFamily="34" charset="0"/>
              <a:buChar char="•"/>
            </a:pPr>
            <a:r>
              <a:rPr lang="en-GB" b="0" dirty="0"/>
              <a:t>The Home Department of Pakistan declared through a press-note issued on 6 January 1968 that the government had detected in December 1967 a conspiracy detrimental to the national interest of Pakistan. The press-note disclosed the news of the arrest of 8 persons including 2 CSP officers and claimed that the persons seized were involved in attempting to separate East Pakistan through armed revolt. </a:t>
            </a:r>
          </a:p>
          <a:p>
            <a:pPr>
              <a:buFont typeface="Arial" pitchFamily="34" charset="0"/>
              <a:buChar char="•"/>
            </a:pPr>
            <a:r>
              <a:rPr lang="en-GB" b="0" dirty="0"/>
              <a:t>Through a separate declaration issued on 18 January 1968 the Home Department implicated Sheikh </a:t>
            </a:r>
            <a:r>
              <a:rPr lang="en-GB" b="0" dirty="0" err="1"/>
              <a:t>Mujibur</a:t>
            </a:r>
            <a:r>
              <a:rPr lang="en-GB" b="0" dirty="0"/>
              <a:t> </a:t>
            </a:r>
            <a:r>
              <a:rPr lang="en-GB" b="0" dirty="0" err="1"/>
              <a:t>Rahman</a:t>
            </a:r>
            <a:r>
              <a:rPr lang="en-GB" b="0" dirty="0"/>
              <a:t> in the conspiracy. He was then detained in jail along with many others since 9 May 1966. They were released, only to be arrested again under martial law regulations and were taken to Dhaka Cantonment under military custody.</a:t>
            </a:r>
            <a:endParaRPr lang="en-US" dirty="0"/>
          </a:p>
        </p:txBody>
      </p:sp>
    </p:spTree>
    <p:extLst>
      <p:ext uri="{BB962C8B-B14F-4D97-AF65-F5344CB8AC3E}">
        <p14:creationId xmlns:p14="http://schemas.microsoft.com/office/powerpoint/2010/main" val="3327722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Arial" pitchFamily="34" charset="0"/>
              <a:buChar char="•"/>
            </a:pPr>
            <a:r>
              <a:rPr lang="en-GB" b="0" dirty="0"/>
              <a:t>Initially the government decided to court martial the accused, but subsequently in the interest of the proper holding of the general elections of 1970 the government resolved to frame charge only against 35 concerned political personalities and high government officials under civil law.</a:t>
            </a:r>
            <a:endParaRPr lang="en-US" dirty="0"/>
          </a:p>
        </p:txBody>
      </p:sp>
    </p:spTree>
    <p:extLst>
      <p:ext uri="{BB962C8B-B14F-4D97-AF65-F5344CB8AC3E}">
        <p14:creationId xmlns:p14="http://schemas.microsoft.com/office/powerpoint/2010/main" val="130449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8092440" cy="548640"/>
          </a:xfrm>
        </p:spPr>
        <p:txBody>
          <a:bodyPr/>
          <a:lstStyle/>
          <a:p>
            <a:r>
              <a:rPr lang="en-GB" dirty="0"/>
              <a:t>The persons included in the charge-sheet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93327640"/>
              </p:ext>
            </p:extLst>
          </p:nvPr>
        </p:nvGraphicFramePr>
        <p:xfrm>
          <a:off x="822325" y="902018"/>
          <a:ext cx="7521576" cy="4050982"/>
        </p:xfrm>
        <a:graphic>
          <a:graphicData uri="http://schemas.openxmlformats.org/drawingml/2006/table">
            <a:tbl>
              <a:tblPr firstRow="1" bandRow="1">
                <a:tableStyleId>{F5AB1C69-6EDB-4FF4-983F-18BD219EF322}</a:tableStyleId>
              </a:tblPr>
              <a:tblGrid>
                <a:gridCol w="1880394">
                  <a:extLst>
                    <a:ext uri="{9D8B030D-6E8A-4147-A177-3AD203B41FA5}">
                      <a16:colId xmlns:a16="http://schemas.microsoft.com/office/drawing/2014/main" val="20000"/>
                    </a:ext>
                  </a:extLst>
                </a:gridCol>
                <a:gridCol w="1880394">
                  <a:extLst>
                    <a:ext uri="{9D8B030D-6E8A-4147-A177-3AD203B41FA5}">
                      <a16:colId xmlns:a16="http://schemas.microsoft.com/office/drawing/2014/main" val="20001"/>
                    </a:ext>
                  </a:extLst>
                </a:gridCol>
                <a:gridCol w="1880394">
                  <a:extLst>
                    <a:ext uri="{9D8B030D-6E8A-4147-A177-3AD203B41FA5}">
                      <a16:colId xmlns:a16="http://schemas.microsoft.com/office/drawing/2014/main" val="20002"/>
                    </a:ext>
                  </a:extLst>
                </a:gridCol>
                <a:gridCol w="1880394">
                  <a:extLst>
                    <a:ext uri="{9D8B030D-6E8A-4147-A177-3AD203B41FA5}">
                      <a16:colId xmlns:a16="http://schemas.microsoft.com/office/drawing/2014/main" val="20003"/>
                    </a:ext>
                  </a:extLst>
                </a:gridCol>
              </a:tblGrid>
              <a:tr h="370840">
                <a:tc>
                  <a:txBody>
                    <a:bodyPr/>
                    <a:lstStyle/>
                    <a:p>
                      <a:r>
                        <a:rPr lang="en-US" sz="1800" b="0" i="0" kern="1200" dirty="0">
                          <a:solidFill>
                            <a:schemeClr val="lt1"/>
                          </a:solidFill>
                          <a:effectLst/>
                          <a:latin typeface="+mn-lt"/>
                          <a:ea typeface="+mn-ea"/>
                          <a:cs typeface="+mn-cs"/>
                        </a:rPr>
                        <a:t>Sheikh </a:t>
                      </a:r>
                      <a:r>
                        <a:rPr lang="en-US" sz="1800" b="0" i="0" kern="1200" dirty="0" err="1">
                          <a:solidFill>
                            <a:schemeClr val="lt1"/>
                          </a:solidFill>
                          <a:effectLst/>
                          <a:latin typeface="+mn-lt"/>
                          <a:ea typeface="+mn-ea"/>
                          <a:cs typeface="+mn-cs"/>
                        </a:rPr>
                        <a:t>Mujibur</a:t>
                      </a:r>
                      <a:r>
                        <a:rPr lang="en-US" sz="1800" b="0" i="0" kern="1200" dirty="0">
                          <a:solidFill>
                            <a:schemeClr val="lt1"/>
                          </a:solidFill>
                          <a:effectLst/>
                          <a:latin typeface="+mn-lt"/>
                          <a:ea typeface="+mn-ea"/>
                          <a:cs typeface="+mn-cs"/>
                        </a:rPr>
                        <a:t> </a:t>
                      </a:r>
                      <a:r>
                        <a:rPr lang="en-US" sz="1800" b="0" i="0" kern="1200" dirty="0" err="1">
                          <a:solidFill>
                            <a:schemeClr val="lt1"/>
                          </a:solidFill>
                          <a:effectLst/>
                          <a:latin typeface="+mn-lt"/>
                          <a:ea typeface="+mn-ea"/>
                          <a:cs typeface="+mn-cs"/>
                        </a:rPr>
                        <a:t>Rahman</a:t>
                      </a:r>
                      <a:endParaRPr lang="en-US" dirty="0"/>
                    </a:p>
                  </a:txBody>
                  <a:tcPr/>
                </a:tc>
                <a:tc>
                  <a:txBody>
                    <a:bodyPr/>
                    <a:lstStyle/>
                    <a:p>
                      <a:r>
                        <a:rPr lang="en-US" dirty="0"/>
                        <a:t>Commander </a:t>
                      </a:r>
                      <a:r>
                        <a:rPr lang="en-US" dirty="0" err="1"/>
                        <a:t>Moazzem</a:t>
                      </a:r>
                      <a:r>
                        <a:rPr lang="en-US" dirty="0"/>
                        <a:t> </a:t>
                      </a:r>
                      <a:r>
                        <a:rPr lang="en-US" dirty="0" err="1"/>
                        <a:t>Hossain</a:t>
                      </a:r>
                      <a:endParaRPr lang="en-US" dirty="0"/>
                    </a:p>
                  </a:txBody>
                  <a:tcPr/>
                </a:tc>
                <a:tc>
                  <a:txBody>
                    <a:bodyPr/>
                    <a:lstStyle/>
                    <a:p>
                      <a:r>
                        <a:rPr lang="en-US" dirty="0"/>
                        <a:t>Steward </a:t>
                      </a:r>
                      <a:r>
                        <a:rPr lang="en-US" dirty="0" err="1"/>
                        <a:t>Mujibur</a:t>
                      </a:r>
                      <a:r>
                        <a:rPr lang="en-US" dirty="0"/>
                        <a:t> </a:t>
                      </a:r>
                      <a:r>
                        <a:rPr lang="en-US" dirty="0" err="1"/>
                        <a:t>Rahman</a:t>
                      </a:r>
                      <a:endParaRPr lang="en-US" dirty="0"/>
                    </a:p>
                  </a:txBody>
                  <a:tcPr/>
                </a:tc>
                <a:tc>
                  <a:txBody>
                    <a:bodyPr/>
                    <a:lstStyle/>
                    <a:p>
                      <a:r>
                        <a:rPr lang="en-US" dirty="0"/>
                        <a:t>former LS </a:t>
                      </a:r>
                      <a:r>
                        <a:rPr lang="en-US" dirty="0" err="1"/>
                        <a:t>Sultanuddin</a:t>
                      </a:r>
                      <a:r>
                        <a:rPr lang="en-US" dirty="0"/>
                        <a:t> Ahmad,</a:t>
                      </a:r>
                    </a:p>
                  </a:txBody>
                  <a:tcPr/>
                </a:tc>
                <a:extLst>
                  <a:ext uri="{0D108BD9-81ED-4DB2-BD59-A6C34878D82A}">
                    <a16:rowId xmlns:a16="http://schemas.microsoft.com/office/drawing/2014/main" val="10000"/>
                  </a:ext>
                </a:extLst>
              </a:tr>
              <a:tr h="370840">
                <a:tc>
                  <a:txBody>
                    <a:bodyPr/>
                    <a:lstStyle/>
                    <a:p>
                      <a:r>
                        <a:rPr lang="en-US" dirty="0"/>
                        <a:t>LSCDI </a:t>
                      </a:r>
                      <a:r>
                        <a:rPr lang="en-US" dirty="0" err="1"/>
                        <a:t>Nur</a:t>
                      </a:r>
                      <a:r>
                        <a:rPr lang="en-US" dirty="0"/>
                        <a:t> Mohammad</a:t>
                      </a:r>
                    </a:p>
                  </a:txBody>
                  <a:tcPr/>
                </a:tc>
                <a:tc>
                  <a:txBody>
                    <a:bodyPr/>
                    <a:lstStyle/>
                    <a:p>
                      <a:r>
                        <a:rPr lang="en-US" dirty="0"/>
                        <a:t>Ahmed </a:t>
                      </a:r>
                      <a:r>
                        <a:rPr lang="en-US" dirty="0" err="1"/>
                        <a:t>Fazlur</a:t>
                      </a:r>
                      <a:r>
                        <a:rPr lang="en-US" dirty="0"/>
                        <a:t> </a:t>
                      </a:r>
                      <a:r>
                        <a:rPr lang="en-US" dirty="0" err="1"/>
                        <a:t>Rahman</a:t>
                      </a:r>
                      <a:r>
                        <a:rPr lang="en-US" dirty="0"/>
                        <a:t> CSP</a:t>
                      </a:r>
                    </a:p>
                  </a:txBody>
                  <a:tcPr/>
                </a:tc>
                <a:tc>
                  <a:txBody>
                    <a:bodyPr/>
                    <a:lstStyle/>
                    <a:p>
                      <a:r>
                        <a:rPr lang="en-US" dirty="0"/>
                        <a:t>Flight Sergeant </a:t>
                      </a:r>
                      <a:r>
                        <a:rPr lang="en-US" dirty="0" err="1"/>
                        <a:t>Mahfiz</a:t>
                      </a:r>
                      <a:r>
                        <a:rPr lang="en-US" dirty="0"/>
                        <a:t> </a:t>
                      </a:r>
                      <a:r>
                        <a:rPr lang="en-US" dirty="0" err="1"/>
                        <a:t>Ullah</a:t>
                      </a:r>
                      <a:endParaRPr lang="en-US" dirty="0"/>
                    </a:p>
                  </a:txBody>
                  <a:tcPr/>
                </a:tc>
                <a:tc>
                  <a:txBody>
                    <a:bodyPr/>
                    <a:lstStyle/>
                    <a:p>
                      <a:r>
                        <a:rPr lang="en-US" dirty="0"/>
                        <a:t>Corporal </a:t>
                      </a:r>
                      <a:r>
                        <a:rPr lang="en-US" dirty="0" err="1"/>
                        <a:t>Abdus</a:t>
                      </a:r>
                      <a:r>
                        <a:rPr lang="en-US" dirty="0"/>
                        <a:t> </a:t>
                      </a:r>
                      <a:r>
                        <a:rPr lang="en-US" dirty="0" err="1"/>
                        <a:t>Samad</a:t>
                      </a:r>
                      <a:endParaRPr lang="en-US" dirty="0"/>
                    </a:p>
                  </a:txBody>
                  <a:tcPr/>
                </a:tc>
                <a:extLst>
                  <a:ext uri="{0D108BD9-81ED-4DB2-BD59-A6C34878D82A}">
                    <a16:rowId xmlns:a16="http://schemas.microsoft.com/office/drawing/2014/main" val="10001"/>
                  </a:ext>
                </a:extLst>
              </a:tr>
              <a:tr h="370840">
                <a:tc>
                  <a:txBody>
                    <a:bodyPr/>
                    <a:lstStyle/>
                    <a:p>
                      <a:r>
                        <a:rPr lang="en-US" dirty="0"/>
                        <a:t>former </a:t>
                      </a:r>
                      <a:r>
                        <a:rPr lang="en-US" dirty="0" err="1"/>
                        <a:t>Havildar</a:t>
                      </a:r>
                      <a:r>
                        <a:rPr lang="en-US" dirty="0"/>
                        <a:t> </a:t>
                      </a:r>
                      <a:r>
                        <a:rPr lang="en-US" dirty="0" err="1"/>
                        <a:t>Dalil</a:t>
                      </a:r>
                      <a:r>
                        <a:rPr lang="en-US" dirty="0"/>
                        <a:t> </a:t>
                      </a:r>
                      <a:r>
                        <a:rPr lang="en-US" dirty="0" err="1"/>
                        <a:t>Uddin</a:t>
                      </a:r>
                      <a:endParaRPr lang="en-US" dirty="0"/>
                    </a:p>
                  </a:txBody>
                  <a:tcPr/>
                </a:tc>
                <a:tc>
                  <a:txBody>
                    <a:bodyPr/>
                    <a:lstStyle/>
                    <a:p>
                      <a:r>
                        <a:rPr lang="en-US" dirty="0" err="1"/>
                        <a:t>Ruhul</a:t>
                      </a:r>
                      <a:r>
                        <a:rPr lang="en-US" dirty="0"/>
                        <a:t> </a:t>
                      </a:r>
                      <a:r>
                        <a:rPr lang="en-US" dirty="0" err="1"/>
                        <a:t>Quddus</a:t>
                      </a:r>
                      <a:r>
                        <a:rPr lang="en-US" dirty="0"/>
                        <a:t> CSP</a:t>
                      </a:r>
                    </a:p>
                  </a:txBody>
                  <a:tcPr/>
                </a:tc>
                <a:tc>
                  <a:txBody>
                    <a:bodyPr/>
                    <a:lstStyle/>
                    <a:p>
                      <a:r>
                        <a:rPr lang="en-US" dirty="0"/>
                        <a:t>Flight Sergeant Md. </a:t>
                      </a:r>
                      <a:r>
                        <a:rPr lang="en-US" dirty="0" err="1"/>
                        <a:t>Fazlul</a:t>
                      </a:r>
                      <a:r>
                        <a:rPr lang="en-US" dirty="0"/>
                        <a:t> </a:t>
                      </a:r>
                      <a:r>
                        <a:rPr lang="en-US" dirty="0" err="1"/>
                        <a:t>Haq</a:t>
                      </a:r>
                      <a:endParaRPr lang="en-US" dirty="0"/>
                    </a:p>
                  </a:txBody>
                  <a:tcPr/>
                </a:tc>
                <a:tc>
                  <a:txBody>
                    <a:bodyPr/>
                    <a:lstStyle/>
                    <a:p>
                      <a:r>
                        <a:rPr lang="en-US" dirty="0" err="1"/>
                        <a:t>Bibhuti</a:t>
                      </a:r>
                      <a:r>
                        <a:rPr lang="en-US" dirty="0"/>
                        <a:t> </a:t>
                      </a:r>
                      <a:r>
                        <a:rPr lang="en-US" dirty="0" err="1"/>
                        <a:t>Bhushan</a:t>
                      </a:r>
                      <a:r>
                        <a:rPr lang="en-US" dirty="0"/>
                        <a:t> </a:t>
                      </a:r>
                      <a:r>
                        <a:rPr lang="en-US" dirty="0" err="1"/>
                        <a:t>Chowdhury</a:t>
                      </a:r>
                      <a:r>
                        <a:rPr lang="en-US" dirty="0"/>
                        <a:t> </a:t>
                      </a:r>
                    </a:p>
                  </a:txBody>
                  <a:tcPr/>
                </a:tc>
                <a:extLst>
                  <a:ext uri="{0D108BD9-81ED-4DB2-BD59-A6C34878D82A}">
                    <a16:rowId xmlns:a16="http://schemas.microsoft.com/office/drawing/2014/main" val="10002"/>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8142">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167640">
                <a:tc>
                  <a:txBody>
                    <a:bodyPr/>
                    <a:lstStyle/>
                    <a:p>
                      <a:pPr algn="r"/>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70157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Court membership</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98854374"/>
              </p:ext>
            </p:extLst>
          </p:nvPr>
        </p:nvGraphicFramePr>
        <p:xfrm>
          <a:off x="822325" y="1100138"/>
          <a:ext cx="7521575" cy="357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644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702040" cy="381000"/>
          </a:xfrm>
        </p:spPr>
        <p:txBody>
          <a:bodyPr/>
          <a:lstStyle/>
          <a:p>
            <a:r>
              <a:rPr lang="en-US" dirty="0"/>
              <a:t>A new ordinance for </a:t>
            </a:r>
            <a:r>
              <a:rPr lang="en-US" dirty="0" err="1"/>
              <a:t>agartala</a:t>
            </a:r>
            <a:r>
              <a:rPr lang="en-US" dirty="0"/>
              <a:t> conspiracy case</a:t>
            </a:r>
          </a:p>
        </p:txBody>
      </p:sp>
      <p:sp>
        <p:nvSpPr>
          <p:cNvPr id="3" name="Content Placeholder 2"/>
          <p:cNvSpPr>
            <a:spLocks noGrp="1"/>
          </p:cNvSpPr>
          <p:nvPr>
            <p:ph idx="1"/>
          </p:nvPr>
        </p:nvSpPr>
        <p:spPr>
          <a:xfrm>
            <a:off x="822960" y="304800"/>
            <a:ext cx="7520940" cy="4375677"/>
          </a:xfrm>
        </p:spPr>
        <p:txBody>
          <a:bodyPr/>
          <a:lstStyle/>
          <a:p>
            <a:pPr>
              <a:buFont typeface="Courier New" pitchFamily="49" charset="0"/>
              <a:buChar char="o"/>
            </a:pPr>
            <a:r>
              <a:rPr lang="en-US" b="0" dirty="0"/>
              <a:t>People of East Pakistan demanded for open trial after the imprisonment of the leaders</a:t>
            </a:r>
          </a:p>
          <a:p>
            <a:pPr>
              <a:buFont typeface="Courier New" pitchFamily="49" charset="0"/>
              <a:buChar char="o"/>
            </a:pPr>
            <a:r>
              <a:rPr lang="en-US" b="0" dirty="0"/>
              <a:t>Government issued a </a:t>
            </a:r>
            <a:r>
              <a:rPr lang="en-US" b="0" dirty="0" err="1"/>
              <a:t>fauzdari</a:t>
            </a:r>
            <a:r>
              <a:rPr lang="en-US" b="0" dirty="0"/>
              <a:t> (criminal) ordinance in 12 </a:t>
            </a:r>
            <a:r>
              <a:rPr lang="en-US" b="0" dirty="0" err="1"/>
              <a:t>april</a:t>
            </a:r>
            <a:r>
              <a:rPr lang="en-US" b="0" dirty="0"/>
              <a:t> 1968 to mobilize the trial of </a:t>
            </a:r>
            <a:r>
              <a:rPr lang="en-US" b="0" dirty="0" err="1"/>
              <a:t>Agartala</a:t>
            </a:r>
            <a:r>
              <a:rPr lang="en-US" b="0" dirty="0"/>
              <a:t> Conspiracy Case with following salient features</a:t>
            </a:r>
          </a:p>
        </p:txBody>
      </p:sp>
      <p:graphicFrame>
        <p:nvGraphicFramePr>
          <p:cNvPr id="4" name="Diagram 3"/>
          <p:cNvGraphicFramePr/>
          <p:nvPr>
            <p:extLst>
              <p:ext uri="{D42A27DB-BD31-4B8C-83A1-F6EECF244321}">
                <p14:modId xmlns:p14="http://schemas.microsoft.com/office/powerpoint/2010/main" val="3146290582"/>
              </p:ext>
            </p:extLst>
          </p:nvPr>
        </p:nvGraphicFramePr>
        <p:xfrm>
          <a:off x="990600" y="1676400"/>
          <a:ext cx="78486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4935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52400"/>
            <a:ext cx="7520940" cy="609600"/>
          </a:xfrm>
        </p:spPr>
        <p:txBody>
          <a:bodyPr/>
          <a:lstStyle/>
          <a:p>
            <a:pPr algn="ctr"/>
            <a:r>
              <a:rPr lang="en-US" dirty="0"/>
              <a:t>Trials</a:t>
            </a:r>
          </a:p>
        </p:txBody>
      </p:sp>
      <p:sp>
        <p:nvSpPr>
          <p:cNvPr id="3" name="Content Placeholder 2"/>
          <p:cNvSpPr>
            <a:spLocks noGrp="1"/>
          </p:cNvSpPr>
          <p:nvPr>
            <p:ph idx="1"/>
          </p:nvPr>
        </p:nvSpPr>
        <p:spPr/>
        <p:txBody>
          <a:bodyPr>
            <a:normAutofit lnSpcReduction="10000"/>
          </a:bodyPr>
          <a:lstStyle/>
          <a:p>
            <a:pPr>
              <a:buFont typeface="Arial" pitchFamily="34" charset="0"/>
              <a:buChar char="•"/>
            </a:pPr>
            <a:r>
              <a:rPr lang="en-GB" b="0" dirty="0"/>
              <a:t>A special tribunal was formed after an amendment was made in the penal code to that end for the disposal of the case. </a:t>
            </a:r>
          </a:p>
          <a:p>
            <a:pPr>
              <a:buFont typeface="Arial" pitchFamily="34" charset="0"/>
              <a:buChar char="•"/>
            </a:pPr>
            <a:r>
              <a:rPr lang="en-GB" b="0" dirty="0"/>
              <a:t>The hearing of the case started on 19 June 1968 under Sections 121-A and 131. </a:t>
            </a:r>
          </a:p>
          <a:p>
            <a:pPr>
              <a:buFont typeface="Arial" pitchFamily="34" charset="0"/>
              <a:buChar char="•"/>
            </a:pPr>
            <a:r>
              <a:rPr lang="en-GB" b="0" dirty="0"/>
              <a:t>Sheikh </a:t>
            </a:r>
            <a:r>
              <a:rPr lang="en-GB" b="0" dirty="0" err="1"/>
              <a:t>Mujibur</a:t>
            </a:r>
            <a:r>
              <a:rPr lang="en-GB" b="0" dirty="0"/>
              <a:t> </a:t>
            </a:r>
            <a:r>
              <a:rPr lang="en-GB" b="0" dirty="0" err="1"/>
              <a:t>Rahman</a:t>
            </a:r>
            <a:r>
              <a:rPr lang="en-GB" b="0" dirty="0"/>
              <a:t> was enrolled as accused No.1. The case was entitled 'State </a:t>
            </a:r>
            <a:r>
              <a:rPr lang="en-GB" b="0" dirty="0" err="1"/>
              <a:t>vs</a:t>
            </a:r>
            <a:r>
              <a:rPr lang="en-GB" b="0" dirty="0"/>
              <a:t> Sheikh </a:t>
            </a:r>
            <a:r>
              <a:rPr lang="en-GB" b="0" dirty="0" err="1"/>
              <a:t>Mujibur</a:t>
            </a:r>
            <a:r>
              <a:rPr lang="en-GB" b="0" dirty="0"/>
              <a:t> </a:t>
            </a:r>
            <a:r>
              <a:rPr lang="en-GB" b="0" dirty="0" err="1"/>
              <a:t>Rahman</a:t>
            </a:r>
            <a:r>
              <a:rPr lang="en-GB" b="0" dirty="0"/>
              <a:t> and others'. </a:t>
            </a:r>
          </a:p>
          <a:p>
            <a:pPr>
              <a:buFont typeface="Arial" pitchFamily="34" charset="0"/>
              <a:buChar char="•"/>
            </a:pPr>
            <a:r>
              <a:rPr lang="en-GB" b="0" dirty="0"/>
              <a:t>The tribunal started proceedings of the case in a highly protected chamber inside Dhaka Cantonment. </a:t>
            </a:r>
          </a:p>
          <a:p>
            <a:pPr>
              <a:buFont typeface="Arial" pitchFamily="34" charset="0"/>
              <a:buChar char="•"/>
            </a:pPr>
            <a:r>
              <a:rPr lang="en-GB" b="0" dirty="0"/>
              <a:t>A charge-sheet consisting of 100 paragraphs against the 35 accused was placed before the tribunal. There were 227 witnesses including 11 approvers. However, 4 approvers were declared hostile by the government.</a:t>
            </a:r>
          </a:p>
          <a:p>
            <a:pPr>
              <a:buFont typeface="Arial" pitchFamily="34" charset="0"/>
              <a:buChar char="•"/>
            </a:pPr>
            <a:r>
              <a:rPr lang="en-GB" b="0" dirty="0"/>
              <a:t>Thomas William, a British lawyer and a member of the British Parliament, filed a writ petition in Dhaka High Court on behalf of Sheikh </a:t>
            </a:r>
            <a:r>
              <a:rPr lang="en-GB" b="0" dirty="0" err="1"/>
              <a:t>Mujibur</a:t>
            </a:r>
            <a:r>
              <a:rPr lang="en-GB" b="0" dirty="0"/>
              <a:t> </a:t>
            </a:r>
            <a:r>
              <a:rPr lang="en-GB" b="0" dirty="0" err="1"/>
              <a:t>Rahman</a:t>
            </a:r>
            <a:r>
              <a:rPr lang="en-GB" b="0" dirty="0"/>
              <a:t> challenging the legality of the formation of the tribunal. </a:t>
            </a:r>
          </a:p>
        </p:txBody>
      </p:sp>
    </p:spTree>
    <p:extLst>
      <p:ext uri="{BB962C8B-B14F-4D97-AF65-F5344CB8AC3E}">
        <p14:creationId xmlns:p14="http://schemas.microsoft.com/office/powerpoint/2010/main" val="1160200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14612419"/>
              </p:ext>
            </p:extLst>
          </p:nvPr>
        </p:nvGraphicFramePr>
        <p:xfrm>
          <a:off x="822325" y="1100138"/>
          <a:ext cx="7521575" cy="357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62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Trial (Con.)</a:t>
            </a:r>
          </a:p>
        </p:txBody>
      </p:sp>
      <p:sp>
        <p:nvSpPr>
          <p:cNvPr id="3" name="Content Placeholder 2"/>
          <p:cNvSpPr>
            <a:spLocks noGrp="1"/>
          </p:cNvSpPr>
          <p:nvPr>
            <p:ph idx="1"/>
          </p:nvPr>
        </p:nvSpPr>
        <p:spPr/>
        <p:txBody>
          <a:bodyPr/>
          <a:lstStyle/>
          <a:p>
            <a:pPr>
              <a:buFont typeface="Arial" pitchFamily="34" charset="0"/>
              <a:buChar char="•"/>
            </a:pPr>
            <a:r>
              <a:rPr lang="en-GB" b="0" dirty="0"/>
              <a:t>The government was bent on identifying Sheikh </a:t>
            </a:r>
            <a:r>
              <a:rPr lang="en-GB" b="0" dirty="0" err="1"/>
              <a:t>Mujibur</a:t>
            </a:r>
            <a:r>
              <a:rPr lang="en-GB" b="0" dirty="0"/>
              <a:t> </a:t>
            </a:r>
            <a:r>
              <a:rPr lang="en-GB" b="0" dirty="0" err="1"/>
              <a:t>Rahman</a:t>
            </a:r>
            <a:r>
              <a:rPr lang="en-GB" b="0" dirty="0"/>
              <a:t> as a </a:t>
            </a:r>
            <a:r>
              <a:rPr lang="en-GB" b="0" dirty="0" err="1"/>
              <a:t>seperatist</a:t>
            </a:r>
            <a:r>
              <a:rPr lang="en-GB" b="0" dirty="0"/>
              <a:t> and an Indian agent thereby arousing public support against him. </a:t>
            </a:r>
          </a:p>
          <a:p>
            <a:pPr>
              <a:buFont typeface="Arial" pitchFamily="34" charset="0"/>
              <a:buChar char="•"/>
            </a:pPr>
            <a:r>
              <a:rPr lang="en-GB" b="0" dirty="0"/>
              <a:t>But the approvers on the witness-box declared that the government had compelled them by threat and persecution to submit false evidence in its favour.</a:t>
            </a:r>
          </a:p>
          <a:p>
            <a:pPr>
              <a:buFont typeface="Arial" pitchFamily="34" charset="0"/>
              <a:buChar char="•"/>
            </a:pPr>
            <a:r>
              <a:rPr lang="en-GB" b="0" dirty="0"/>
              <a:t> Thus the governmental machination against the accused got exposed. </a:t>
            </a:r>
          </a:p>
          <a:p>
            <a:pPr>
              <a:buFont typeface="Arial" pitchFamily="34" charset="0"/>
              <a:buChar char="•"/>
            </a:pPr>
            <a:r>
              <a:rPr lang="en-GB" b="0" dirty="0"/>
              <a:t>By this time the </a:t>
            </a:r>
            <a:r>
              <a:rPr lang="en-GB" b="0" dirty="0" err="1"/>
              <a:t>Sarbadaliya</a:t>
            </a:r>
            <a:r>
              <a:rPr lang="en-GB" b="0" dirty="0"/>
              <a:t> </a:t>
            </a:r>
            <a:r>
              <a:rPr lang="en-GB" b="0" dirty="0" err="1"/>
              <a:t>Chhatra</a:t>
            </a:r>
            <a:r>
              <a:rPr lang="en-GB" b="0" dirty="0"/>
              <a:t> </a:t>
            </a:r>
            <a:r>
              <a:rPr lang="en-GB" b="0" dirty="0" err="1"/>
              <a:t>Sangram</a:t>
            </a:r>
            <a:r>
              <a:rPr lang="en-GB" b="0" dirty="0"/>
              <a:t> </a:t>
            </a:r>
            <a:r>
              <a:rPr lang="en-GB" b="0" dirty="0" err="1"/>
              <a:t>Parishad</a:t>
            </a:r>
            <a:r>
              <a:rPr lang="en-GB" b="0" dirty="0"/>
              <a:t> supported by </a:t>
            </a:r>
            <a:r>
              <a:rPr lang="en-GB" b="0" cap="small" dirty="0" err="1">
                <a:latin typeface="Arial" pitchFamily="34" charset="0"/>
                <a:cs typeface="Arial" pitchFamily="34" charset="0"/>
              </a:rPr>
              <a:t>maulana</a:t>
            </a:r>
            <a:r>
              <a:rPr lang="en-GB" b="0" cap="small" dirty="0">
                <a:latin typeface="Arial" pitchFamily="34" charset="0"/>
                <a:cs typeface="Arial" pitchFamily="34" charset="0"/>
              </a:rPr>
              <a:t> </a:t>
            </a:r>
            <a:r>
              <a:rPr lang="en-GB" b="0" cap="small" dirty="0" err="1">
                <a:latin typeface="Arial" pitchFamily="34" charset="0"/>
                <a:cs typeface="Arial" pitchFamily="34" charset="0"/>
              </a:rPr>
              <a:t>abdul</a:t>
            </a:r>
            <a:r>
              <a:rPr lang="en-GB" b="0" cap="small" dirty="0">
                <a:latin typeface="Arial" pitchFamily="34" charset="0"/>
                <a:cs typeface="Arial" pitchFamily="34" charset="0"/>
              </a:rPr>
              <a:t> </a:t>
            </a:r>
            <a:r>
              <a:rPr lang="en-GB" b="0" cap="small" dirty="0" err="1">
                <a:latin typeface="Arial" pitchFamily="34" charset="0"/>
                <a:cs typeface="Arial" pitchFamily="34" charset="0"/>
              </a:rPr>
              <a:t>hamid</a:t>
            </a:r>
            <a:r>
              <a:rPr lang="en-GB" b="0" cap="small" dirty="0">
                <a:latin typeface="Arial" pitchFamily="34" charset="0"/>
                <a:cs typeface="Arial" pitchFamily="34" charset="0"/>
              </a:rPr>
              <a:t> khan </a:t>
            </a:r>
            <a:r>
              <a:rPr lang="en-GB" b="0" cap="small" dirty="0" err="1">
                <a:latin typeface="Arial" pitchFamily="34" charset="0"/>
                <a:cs typeface="Arial" pitchFamily="34" charset="0"/>
              </a:rPr>
              <a:t>bhasani</a:t>
            </a:r>
            <a:r>
              <a:rPr lang="en-GB" b="0" dirty="0"/>
              <a:t> organised mass movement against the conspiracy of the government and demanded immediate withdrawal of the case and release of all prisoners including Sheikh </a:t>
            </a:r>
            <a:r>
              <a:rPr lang="en-GB" b="0" dirty="0" err="1"/>
              <a:t>Mujibur</a:t>
            </a:r>
            <a:r>
              <a:rPr lang="en-GB" b="0" dirty="0"/>
              <a:t> </a:t>
            </a:r>
            <a:r>
              <a:rPr lang="en-GB" b="0" dirty="0" err="1"/>
              <a:t>Rahman</a:t>
            </a:r>
            <a:r>
              <a:rPr lang="en-GB" b="0" dirty="0"/>
              <a:t>.</a:t>
            </a:r>
            <a:endParaRPr lang="en-US" dirty="0"/>
          </a:p>
        </p:txBody>
      </p:sp>
    </p:spTree>
    <p:extLst>
      <p:ext uri="{BB962C8B-B14F-4D97-AF65-F5344CB8AC3E}">
        <p14:creationId xmlns:p14="http://schemas.microsoft.com/office/powerpoint/2010/main" val="380030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52400"/>
            <a:ext cx="7520940" cy="762000"/>
          </a:xfrm>
        </p:spPr>
        <p:txBody>
          <a:bodyPr/>
          <a:lstStyle/>
          <a:p>
            <a:pPr algn="ctr"/>
            <a:r>
              <a:rPr lang="en-US" dirty="0" err="1"/>
              <a:t>Sarbadaliya</a:t>
            </a:r>
            <a:r>
              <a:rPr lang="en-US" dirty="0"/>
              <a:t> </a:t>
            </a:r>
            <a:r>
              <a:rPr lang="en-US" dirty="0" err="1"/>
              <a:t>chattra</a:t>
            </a:r>
            <a:r>
              <a:rPr lang="en-US" dirty="0"/>
              <a:t> </a:t>
            </a:r>
            <a:r>
              <a:rPr lang="en-US" dirty="0" err="1"/>
              <a:t>sangram</a:t>
            </a:r>
            <a:r>
              <a:rPr lang="en-US" dirty="0"/>
              <a:t> </a:t>
            </a:r>
            <a:r>
              <a:rPr lang="en-US" dirty="0" err="1"/>
              <a:t>parishad</a:t>
            </a:r>
            <a:br>
              <a:rPr lang="en-US" dirty="0"/>
            </a:br>
            <a:r>
              <a:rPr lang="en-US" dirty="0"/>
              <a:t>5</a:t>
            </a:r>
            <a:r>
              <a:rPr lang="en-US" baseline="30000" dirty="0"/>
              <a:t>th</a:t>
            </a:r>
            <a:r>
              <a:rPr lang="en-US" dirty="0"/>
              <a:t> </a:t>
            </a:r>
            <a:r>
              <a:rPr lang="en-US" dirty="0" err="1"/>
              <a:t>january</a:t>
            </a:r>
            <a:r>
              <a:rPr lang="en-US" dirty="0"/>
              <a:t>, 1966</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22748600"/>
              </p:ext>
            </p:extLst>
          </p:nvPr>
        </p:nvGraphicFramePr>
        <p:xfrm>
          <a:off x="822325" y="1100138"/>
          <a:ext cx="8169275" cy="357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1794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expansion of movement</a:t>
            </a:r>
          </a:p>
        </p:txBody>
      </p:sp>
      <p:sp>
        <p:nvSpPr>
          <p:cNvPr id="3" name="Content Placeholder 2"/>
          <p:cNvSpPr>
            <a:spLocks noGrp="1"/>
          </p:cNvSpPr>
          <p:nvPr>
            <p:ph idx="1"/>
          </p:nvPr>
        </p:nvSpPr>
        <p:spPr/>
        <p:txBody>
          <a:bodyPr>
            <a:normAutofit fontScale="77500" lnSpcReduction="20000"/>
          </a:bodyPr>
          <a:lstStyle/>
          <a:p>
            <a:pPr>
              <a:buFont typeface="Arial" pitchFamily="34" charset="0"/>
              <a:buChar char="•"/>
            </a:pPr>
            <a:r>
              <a:rPr lang="en-US" b="0" dirty="0"/>
              <a:t>11 points presented by </a:t>
            </a:r>
            <a:r>
              <a:rPr lang="en-US" b="0" dirty="0" err="1"/>
              <a:t>Sarbadaliya</a:t>
            </a:r>
            <a:r>
              <a:rPr lang="en-US" b="0" dirty="0"/>
              <a:t> </a:t>
            </a:r>
            <a:r>
              <a:rPr lang="en-US" b="0" dirty="0" err="1"/>
              <a:t>Chattra</a:t>
            </a:r>
            <a:r>
              <a:rPr lang="en-US" b="0" dirty="0"/>
              <a:t> </a:t>
            </a:r>
            <a:r>
              <a:rPr lang="en-US" b="0" dirty="0" err="1"/>
              <a:t>Sangram</a:t>
            </a:r>
            <a:r>
              <a:rPr lang="en-US" b="0" dirty="0"/>
              <a:t> </a:t>
            </a:r>
            <a:r>
              <a:rPr lang="en-US" b="0" dirty="0" err="1"/>
              <a:t>Parishad</a:t>
            </a:r>
            <a:endParaRPr lang="en-US" b="0" dirty="0"/>
          </a:p>
          <a:p>
            <a:pPr>
              <a:buFont typeface="Arial" pitchFamily="34" charset="0"/>
              <a:buChar char="•"/>
            </a:pPr>
            <a:r>
              <a:rPr lang="en-US" b="0" dirty="0"/>
              <a:t>DAC was also supported  and associated with them</a:t>
            </a:r>
          </a:p>
          <a:p>
            <a:pPr>
              <a:buFont typeface="Arial" pitchFamily="34" charset="0"/>
              <a:buChar char="•"/>
            </a:pPr>
            <a:r>
              <a:rPr lang="en-US" b="0" dirty="0"/>
              <a:t>Both parties called for protest day against </a:t>
            </a:r>
            <a:r>
              <a:rPr lang="en-US" b="0" dirty="0" err="1"/>
              <a:t>Agartala</a:t>
            </a:r>
            <a:r>
              <a:rPr lang="en-US" b="0" dirty="0"/>
              <a:t> Conspiracy Case on 17</a:t>
            </a:r>
            <a:r>
              <a:rPr lang="en-US" b="0" baseline="30000" dirty="0"/>
              <a:t>th</a:t>
            </a:r>
            <a:r>
              <a:rPr lang="en-US" b="0" dirty="0"/>
              <a:t> </a:t>
            </a:r>
            <a:r>
              <a:rPr lang="en-US" b="0" dirty="0" err="1"/>
              <a:t>january</a:t>
            </a:r>
            <a:r>
              <a:rPr lang="en-US" b="0" dirty="0"/>
              <a:t>, in response  government imposed 144 but students brought out procession and finally government had tried to suppress the movement with high hand using  ‘</a:t>
            </a:r>
            <a:r>
              <a:rPr lang="en-US" b="0" dirty="0" err="1"/>
              <a:t>lathi</a:t>
            </a:r>
            <a:r>
              <a:rPr lang="en-US" b="0" dirty="0"/>
              <a:t> charge, </a:t>
            </a:r>
            <a:r>
              <a:rPr lang="en-US" b="0" dirty="0" err="1"/>
              <a:t>kadane</a:t>
            </a:r>
            <a:r>
              <a:rPr lang="en-US" b="0" dirty="0"/>
              <a:t> gas and riot car.</a:t>
            </a:r>
          </a:p>
          <a:p>
            <a:pPr>
              <a:buFont typeface="Arial" pitchFamily="34" charset="0"/>
              <a:buChar char="•"/>
            </a:pPr>
            <a:r>
              <a:rPr lang="en-US" b="0" dirty="0"/>
              <a:t>As a result on 20</a:t>
            </a:r>
            <a:r>
              <a:rPr lang="en-US" b="0" baseline="30000" dirty="0"/>
              <a:t>th</a:t>
            </a:r>
            <a:r>
              <a:rPr lang="en-US" b="0" dirty="0"/>
              <a:t> January, student’s called for all round strike throughout the East Bengal. As a result, </a:t>
            </a:r>
            <a:r>
              <a:rPr lang="en-US" b="0" dirty="0" err="1"/>
              <a:t>Asaduzzaman</a:t>
            </a:r>
            <a:r>
              <a:rPr lang="en-US" b="0" dirty="0"/>
              <a:t> had died on the same day. </a:t>
            </a:r>
          </a:p>
          <a:p>
            <a:pPr>
              <a:buFont typeface="Arial" pitchFamily="34" charset="0"/>
              <a:buChar char="•"/>
            </a:pPr>
            <a:r>
              <a:rPr lang="en-US" b="0" dirty="0"/>
              <a:t>21</a:t>
            </a:r>
            <a:r>
              <a:rPr lang="en-US" b="0" baseline="30000" dirty="0"/>
              <a:t>st</a:t>
            </a:r>
            <a:r>
              <a:rPr lang="en-US" b="0" dirty="0"/>
              <a:t> January to 31</a:t>
            </a:r>
            <a:r>
              <a:rPr lang="en-US" b="0" baseline="30000" dirty="0"/>
              <a:t>st</a:t>
            </a:r>
            <a:r>
              <a:rPr lang="en-US" b="0" dirty="0"/>
              <a:t> January- </a:t>
            </a:r>
            <a:r>
              <a:rPr lang="en-US" b="0" dirty="0" err="1"/>
              <a:t>hartal</a:t>
            </a:r>
            <a:r>
              <a:rPr lang="en-US" b="0" dirty="0"/>
              <a:t> and procession was regular scenario of Dhaka street.</a:t>
            </a:r>
          </a:p>
          <a:p>
            <a:pPr>
              <a:buFont typeface="Arial" pitchFamily="34" charset="0"/>
              <a:buChar char="•"/>
            </a:pPr>
            <a:r>
              <a:rPr lang="en-US" b="0" dirty="0"/>
              <a:t>On 1</a:t>
            </a:r>
            <a:r>
              <a:rPr lang="en-US" b="0" baseline="30000" dirty="0"/>
              <a:t>st</a:t>
            </a:r>
            <a:r>
              <a:rPr lang="en-US" b="0" dirty="0"/>
              <a:t> February, </a:t>
            </a:r>
            <a:r>
              <a:rPr lang="en-US" b="0" dirty="0" err="1"/>
              <a:t>Ayub</a:t>
            </a:r>
            <a:r>
              <a:rPr lang="en-US" b="0" dirty="0"/>
              <a:t> Khan offer talk on the matter but they refused it on the ground to withdraw </a:t>
            </a:r>
            <a:r>
              <a:rPr lang="en-US" b="0" dirty="0" err="1"/>
              <a:t>Agartala</a:t>
            </a:r>
            <a:r>
              <a:rPr lang="en-US" b="0" dirty="0"/>
              <a:t> conspiracy case</a:t>
            </a:r>
          </a:p>
          <a:p>
            <a:pPr>
              <a:buFont typeface="Arial" pitchFamily="34" charset="0"/>
              <a:buChar char="•"/>
            </a:pPr>
            <a:r>
              <a:rPr lang="en-US" b="0" dirty="0"/>
              <a:t>On 6</a:t>
            </a:r>
            <a:r>
              <a:rPr lang="en-US" b="0" baseline="30000" dirty="0"/>
              <a:t>th</a:t>
            </a:r>
            <a:r>
              <a:rPr lang="en-US" b="0" dirty="0"/>
              <a:t> February </a:t>
            </a:r>
            <a:r>
              <a:rPr lang="en-US" b="0" dirty="0" err="1"/>
              <a:t>Ayub</a:t>
            </a:r>
            <a:r>
              <a:rPr lang="en-US" b="0" dirty="0"/>
              <a:t> Khan travelled Dhaka and he was confronted in everywhere</a:t>
            </a:r>
          </a:p>
          <a:p>
            <a:pPr>
              <a:buFont typeface="Arial" pitchFamily="34" charset="0"/>
              <a:buChar char="•"/>
            </a:pPr>
            <a:r>
              <a:rPr lang="en-US" b="0" dirty="0"/>
              <a:t>9</a:t>
            </a:r>
            <a:r>
              <a:rPr lang="en-US" b="0" baseline="30000" dirty="0"/>
              <a:t>th</a:t>
            </a:r>
            <a:r>
              <a:rPr lang="en-US" b="0" dirty="0"/>
              <a:t> </a:t>
            </a:r>
            <a:r>
              <a:rPr lang="en-US" b="0" dirty="0" err="1"/>
              <a:t>Februray</a:t>
            </a:r>
            <a:r>
              <a:rPr lang="en-US" b="0" dirty="0"/>
              <a:t>, SCSP and DAC called for a mass gatherings in </a:t>
            </a:r>
            <a:r>
              <a:rPr lang="en-US" b="0" dirty="0" err="1"/>
              <a:t>Paltan</a:t>
            </a:r>
            <a:r>
              <a:rPr lang="en-US" b="0" dirty="0"/>
              <a:t> and demanded the withdrawal of all political litigation, the bail of all political prisoners and compensation for the </a:t>
            </a:r>
            <a:r>
              <a:rPr lang="en-US" b="0" dirty="0" err="1"/>
              <a:t>Shaheed</a:t>
            </a:r>
            <a:r>
              <a:rPr lang="en-US" b="0" dirty="0"/>
              <a:t> family.</a:t>
            </a:r>
          </a:p>
          <a:p>
            <a:pPr>
              <a:buFont typeface="Arial" pitchFamily="34" charset="0"/>
              <a:buChar char="•"/>
            </a:pPr>
            <a:r>
              <a:rPr lang="en-US" b="0" dirty="0"/>
              <a:t>12 February </a:t>
            </a:r>
            <a:r>
              <a:rPr lang="en-US" b="0" dirty="0" err="1"/>
              <a:t>Ayub</a:t>
            </a:r>
            <a:r>
              <a:rPr lang="en-US" b="0" dirty="0"/>
              <a:t> Khan left Dhaka stating It was impossible to withdraw the case</a:t>
            </a:r>
          </a:p>
          <a:p>
            <a:pPr>
              <a:buFont typeface="Arial" pitchFamily="34" charset="0"/>
              <a:buChar char="•"/>
            </a:pPr>
            <a:r>
              <a:rPr lang="en-US" b="0" dirty="0"/>
              <a:t>14 February, </a:t>
            </a:r>
            <a:r>
              <a:rPr lang="en-US" b="0" dirty="0" err="1"/>
              <a:t>Hartal</a:t>
            </a:r>
            <a:r>
              <a:rPr lang="en-US" b="0" dirty="0"/>
              <a:t> all over the Pakistan and situation was deteriorating</a:t>
            </a:r>
          </a:p>
        </p:txBody>
      </p:sp>
    </p:spTree>
    <p:extLst>
      <p:ext uri="{BB962C8B-B14F-4D97-AF65-F5344CB8AC3E}">
        <p14:creationId xmlns:p14="http://schemas.microsoft.com/office/powerpoint/2010/main" val="2425606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97639522"/>
              </p:ext>
            </p:extLst>
          </p:nvPr>
        </p:nvGraphicFramePr>
        <p:xfrm>
          <a:off x="822325" y="1144588"/>
          <a:ext cx="7521575" cy="357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5163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75129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7863840" cy="548640"/>
          </a:xfrm>
        </p:spPr>
        <p:txBody>
          <a:bodyPr/>
          <a:lstStyle/>
          <a:p>
            <a:r>
              <a:rPr lang="en-US" sz="2000" dirty="0"/>
              <a:t>End of trial and release of sheikh </a:t>
            </a:r>
            <a:r>
              <a:rPr lang="en-US" sz="2000" dirty="0" err="1"/>
              <a:t>mujibur</a:t>
            </a:r>
            <a:r>
              <a:rPr lang="en-US" sz="2000" dirty="0"/>
              <a:t> </a:t>
            </a:r>
            <a:r>
              <a:rPr lang="en-US" sz="2000" dirty="0" err="1"/>
              <a:t>rahman</a:t>
            </a:r>
            <a:endParaRPr lang="en-US" sz="2000" dirty="0"/>
          </a:p>
        </p:txBody>
      </p:sp>
      <p:sp>
        <p:nvSpPr>
          <p:cNvPr id="3" name="Content Placeholder 2"/>
          <p:cNvSpPr>
            <a:spLocks noGrp="1"/>
          </p:cNvSpPr>
          <p:nvPr>
            <p:ph idx="1"/>
          </p:nvPr>
        </p:nvSpPr>
        <p:spPr/>
        <p:txBody>
          <a:bodyPr>
            <a:normAutofit fontScale="77500" lnSpcReduction="20000"/>
          </a:bodyPr>
          <a:lstStyle/>
          <a:p>
            <a:pPr>
              <a:buFont typeface="Courier New" pitchFamily="49" charset="0"/>
              <a:buChar char="o"/>
            </a:pPr>
            <a:r>
              <a:rPr lang="en-GB" b="0" dirty="0"/>
              <a:t>At a point when the streets of Dhaka became a hot bed of turmoil, Sergeant </a:t>
            </a:r>
            <a:r>
              <a:rPr lang="en-GB" b="0" dirty="0" err="1"/>
              <a:t>Zahurul</a:t>
            </a:r>
            <a:r>
              <a:rPr lang="en-GB" b="0" dirty="0"/>
              <a:t> </a:t>
            </a:r>
            <a:r>
              <a:rPr lang="en-GB" b="0" dirty="0" err="1"/>
              <a:t>Haq</a:t>
            </a:r>
            <a:r>
              <a:rPr lang="en-GB" b="0" dirty="0"/>
              <a:t>, 17th accused in the case, was mercilessly shot to death while in confinement in Dhaka Cantonment on 15 February and on 18</a:t>
            </a:r>
            <a:r>
              <a:rPr lang="en-GB" b="0" baseline="30000" dirty="0"/>
              <a:t>th</a:t>
            </a:r>
            <a:r>
              <a:rPr lang="en-GB" b="0" dirty="0"/>
              <a:t> February RU Proctor. </a:t>
            </a:r>
          </a:p>
          <a:p>
            <a:pPr>
              <a:buFont typeface="Courier New" pitchFamily="49" charset="0"/>
              <a:buChar char="o"/>
            </a:pPr>
            <a:r>
              <a:rPr lang="en-GB" b="0" dirty="0"/>
              <a:t>The news of his death led a furious mob to set fire to the State Guest House as well as other buildings. S.A </a:t>
            </a:r>
            <a:r>
              <a:rPr lang="en-GB" b="0" dirty="0" err="1"/>
              <a:t>Rahman</a:t>
            </a:r>
            <a:r>
              <a:rPr lang="en-GB" b="0" dirty="0"/>
              <a:t>, Chairman of the tribunal, and </a:t>
            </a:r>
            <a:r>
              <a:rPr lang="en-GB" b="0" dirty="0" err="1"/>
              <a:t>Manzur</a:t>
            </a:r>
            <a:r>
              <a:rPr lang="en-GB" b="0" dirty="0"/>
              <a:t> </a:t>
            </a:r>
            <a:r>
              <a:rPr lang="en-GB" b="0" dirty="0" err="1"/>
              <a:t>Quader</a:t>
            </a:r>
            <a:r>
              <a:rPr lang="en-GB" b="0" dirty="0"/>
              <a:t>, chief lawyer on the government side, who were then residing in the guest house, evacuated secretly. </a:t>
            </a:r>
          </a:p>
          <a:p>
            <a:pPr>
              <a:buFont typeface="Courier New" pitchFamily="49" charset="0"/>
              <a:buChar char="o"/>
            </a:pPr>
            <a:r>
              <a:rPr lang="en-GB" b="0" dirty="0"/>
              <a:t>Some of the files concerning the case were burnt to ashes. </a:t>
            </a:r>
          </a:p>
          <a:p>
            <a:pPr>
              <a:buFont typeface="Courier New" pitchFamily="49" charset="0"/>
              <a:buChar char="o"/>
            </a:pPr>
            <a:r>
              <a:rPr lang="en-GB" b="0" dirty="0"/>
              <a:t>In the face of the mass movement, the </a:t>
            </a:r>
            <a:r>
              <a:rPr lang="en-GB" b="0" dirty="0" err="1"/>
              <a:t>Ayub</a:t>
            </a:r>
            <a:r>
              <a:rPr lang="en-GB" b="0" dirty="0"/>
              <a:t> government was ultimately compelled to withdraw the </a:t>
            </a:r>
            <a:r>
              <a:rPr lang="en-GB" b="0" dirty="0" err="1"/>
              <a:t>Agartala</a:t>
            </a:r>
            <a:r>
              <a:rPr lang="en-GB" b="0" dirty="0"/>
              <a:t> Conspiracy Case on 22 February 1969. </a:t>
            </a:r>
          </a:p>
          <a:p>
            <a:pPr>
              <a:buFont typeface="Courier New" pitchFamily="49" charset="0"/>
              <a:buChar char="o"/>
            </a:pPr>
            <a:r>
              <a:rPr lang="en-GB" b="0" dirty="0"/>
              <a:t>All the accused, including Sheikh </a:t>
            </a:r>
            <a:r>
              <a:rPr lang="en-GB" b="0" dirty="0" err="1"/>
              <a:t>Mujibur</a:t>
            </a:r>
            <a:r>
              <a:rPr lang="en-GB" b="0" dirty="0"/>
              <a:t> </a:t>
            </a:r>
            <a:r>
              <a:rPr lang="en-GB" b="0" dirty="0" err="1"/>
              <a:t>Rahman</a:t>
            </a:r>
            <a:r>
              <a:rPr lang="en-GB" b="0" dirty="0"/>
              <a:t>, were released unconditionally. On the following day (23 February), a grand public reception was accorded to the accused at </a:t>
            </a:r>
            <a:r>
              <a:rPr lang="en-GB" b="0" dirty="0" err="1"/>
              <a:t>Paltan</a:t>
            </a:r>
            <a:r>
              <a:rPr lang="en-GB" b="0" dirty="0"/>
              <a:t> </a:t>
            </a:r>
            <a:r>
              <a:rPr lang="en-GB" b="0" dirty="0" err="1"/>
              <a:t>Maidan</a:t>
            </a:r>
            <a:r>
              <a:rPr lang="en-GB" b="0" dirty="0"/>
              <a:t> in Dhaka where Sheikh </a:t>
            </a:r>
            <a:r>
              <a:rPr lang="en-GB" b="0" dirty="0" err="1"/>
              <a:t>Mujibur</a:t>
            </a:r>
            <a:r>
              <a:rPr lang="en-GB" b="0" dirty="0"/>
              <a:t> </a:t>
            </a:r>
            <a:r>
              <a:rPr lang="en-GB" b="0" dirty="0" err="1"/>
              <a:t>Rahman</a:t>
            </a:r>
            <a:r>
              <a:rPr lang="en-GB" b="0" dirty="0"/>
              <a:t> was vested with the appellation of '</a:t>
            </a:r>
            <a:r>
              <a:rPr lang="en-GB" b="0" dirty="0" err="1"/>
              <a:t>Bangabandhu</a:t>
            </a:r>
            <a:r>
              <a:rPr lang="en-GB" b="0" dirty="0"/>
              <a:t>'.</a:t>
            </a:r>
          </a:p>
          <a:p>
            <a:pPr>
              <a:buFont typeface="Courier New" pitchFamily="49" charset="0"/>
              <a:buChar char="o"/>
            </a:pPr>
            <a:r>
              <a:rPr lang="en-GB" b="0" dirty="0"/>
              <a:t>End of February- </a:t>
            </a:r>
            <a:r>
              <a:rPr lang="en-GB" b="0" dirty="0" err="1"/>
              <a:t>Ayub</a:t>
            </a:r>
            <a:r>
              <a:rPr lang="en-GB" b="0" dirty="0"/>
              <a:t> Khan was very much flexible</a:t>
            </a:r>
          </a:p>
          <a:p>
            <a:pPr>
              <a:buFont typeface="Courier New" pitchFamily="49" charset="0"/>
              <a:buChar char="o"/>
            </a:pPr>
            <a:r>
              <a:rPr lang="en-GB" b="0" dirty="0"/>
              <a:t>26</a:t>
            </a:r>
            <a:r>
              <a:rPr lang="en-GB" b="0" baseline="30000" dirty="0"/>
              <a:t>th</a:t>
            </a:r>
            <a:r>
              <a:rPr lang="en-GB" b="0" dirty="0"/>
              <a:t> February- Round Table conference, </a:t>
            </a:r>
            <a:r>
              <a:rPr lang="en-GB" b="0" dirty="0" err="1"/>
              <a:t>Bangabandhu</a:t>
            </a:r>
            <a:r>
              <a:rPr lang="en-GB" b="0" dirty="0"/>
              <a:t> was strictly adhered to 6 and 11 points</a:t>
            </a:r>
          </a:p>
          <a:p>
            <a:pPr>
              <a:buFont typeface="Courier New" pitchFamily="49" charset="0"/>
              <a:buChar char="o"/>
            </a:pPr>
            <a:r>
              <a:rPr lang="en-GB" b="0" dirty="0"/>
              <a:t>10 March </a:t>
            </a:r>
            <a:r>
              <a:rPr lang="en-GB" b="0" dirty="0" err="1"/>
              <a:t>Ayub</a:t>
            </a:r>
            <a:r>
              <a:rPr lang="en-GB" b="0" dirty="0"/>
              <a:t> Khan accepted the demand for parliamentary election</a:t>
            </a:r>
          </a:p>
          <a:p>
            <a:pPr>
              <a:buFont typeface="Courier New" pitchFamily="49" charset="0"/>
              <a:buChar char="o"/>
            </a:pPr>
            <a:r>
              <a:rPr lang="en-GB" b="0" dirty="0"/>
              <a:t>And on 25 march he declared that he will resign and </a:t>
            </a:r>
            <a:r>
              <a:rPr lang="en-GB" b="0" dirty="0" err="1"/>
              <a:t>Yahyah</a:t>
            </a:r>
            <a:r>
              <a:rPr lang="en-GB" b="0" dirty="0"/>
              <a:t> Khan took the power</a:t>
            </a:r>
            <a:endParaRPr lang="en-US" dirty="0"/>
          </a:p>
        </p:txBody>
      </p:sp>
    </p:spTree>
    <p:extLst>
      <p:ext uri="{BB962C8B-B14F-4D97-AF65-F5344CB8AC3E}">
        <p14:creationId xmlns:p14="http://schemas.microsoft.com/office/powerpoint/2010/main" val="3220349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importance of the case</a:t>
            </a:r>
          </a:p>
        </p:txBody>
      </p:sp>
      <p:sp>
        <p:nvSpPr>
          <p:cNvPr id="3" name="Content Placeholder 2"/>
          <p:cNvSpPr>
            <a:spLocks noGrp="1"/>
          </p:cNvSpPr>
          <p:nvPr>
            <p:ph idx="1"/>
          </p:nvPr>
        </p:nvSpPr>
        <p:spPr>
          <a:xfrm>
            <a:off x="822960" y="1524000"/>
            <a:ext cx="7787640" cy="3156477"/>
          </a:xfrm>
        </p:spPr>
        <p:txBody>
          <a:bodyPr>
            <a:normAutofit/>
          </a:bodyPr>
          <a:lstStyle/>
          <a:p>
            <a:pPr>
              <a:buFont typeface="Courier New" pitchFamily="49" charset="0"/>
              <a:buChar char="o"/>
            </a:pPr>
            <a:r>
              <a:rPr lang="en-US" sz="2400" b="0" dirty="0" err="1">
                <a:solidFill>
                  <a:srgbClr val="00B0F0"/>
                </a:solidFill>
              </a:rPr>
              <a:t>Seperatist</a:t>
            </a:r>
            <a:r>
              <a:rPr lang="en-US" sz="2400" b="0" dirty="0">
                <a:solidFill>
                  <a:srgbClr val="00B0F0"/>
                </a:solidFill>
              </a:rPr>
              <a:t> and the Sense of </a:t>
            </a:r>
            <a:r>
              <a:rPr lang="en-US" sz="2400" b="0" dirty="0" err="1">
                <a:solidFill>
                  <a:srgbClr val="00B0F0"/>
                </a:solidFill>
              </a:rPr>
              <a:t>Seperation</a:t>
            </a:r>
            <a:endParaRPr lang="en-US" sz="2400" b="0" dirty="0">
              <a:solidFill>
                <a:srgbClr val="00B0F0"/>
              </a:solidFill>
            </a:endParaRPr>
          </a:p>
          <a:p>
            <a:pPr>
              <a:buFont typeface="Courier New" pitchFamily="49" charset="0"/>
              <a:buChar char="o"/>
            </a:pPr>
            <a:r>
              <a:rPr lang="en-US" sz="2400" b="0" dirty="0">
                <a:solidFill>
                  <a:srgbClr val="00B0F0"/>
                </a:solidFill>
              </a:rPr>
              <a:t>Secondly-Sheikh </a:t>
            </a:r>
            <a:r>
              <a:rPr lang="en-US" sz="2400" b="0" dirty="0" err="1">
                <a:solidFill>
                  <a:srgbClr val="00B0F0"/>
                </a:solidFill>
              </a:rPr>
              <a:t>Mujib</a:t>
            </a:r>
            <a:r>
              <a:rPr lang="en-US" sz="2400" b="0" dirty="0">
                <a:solidFill>
                  <a:srgbClr val="00B0F0"/>
                </a:solidFill>
              </a:rPr>
              <a:t> as the great leader</a:t>
            </a:r>
          </a:p>
          <a:p>
            <a:pPr>
              <a:buFont typeface="Courier New" pitchFamily="49" charset="0"/>
              <a:buChar char="o"/>
            </a:pPr>
            <a:r>
              <a:rPr lang="en-US" sz="2400" b="0" dirty="0">
                <a:solidFill>
                  <a:srgbClr val="00B0F0"/>
                </a:solidFill>
              </a:rPr>
              <a:t>Thirdly- The Removal of the case and failure of Pak Govt.</a:t>
            </a:r>
          </a:p>
          <a:p>
            <a:pPr>
              <a:buFont typeface="Courier New" pitchFamily="49" charset="0"/>
              <a:buChar char="o"/>
            </a:pPr>
            <a:r>
              <a:rPr lang="en-US" sz="2400" b="0" dirty="0">
                <a:solidFill>
                  <a:srgbClr val="00B0F0"/>
                </a:solidFill>
              </a:rPr>
              <a:t>The Mass upsurge and Fall of </a:t>
            </a:r>
            <a:r>
              <a:rPr lang="en-US" sz="2400" b="0" dirty="0" err="1">
                <a:solidFill>
                  <a:srgbClr val="00B0F0"/>
                </a:solidFill>
              </a:rPr>
              <a:t>Ayub</a:t>
            </a:r>
            <a:r>
              <a:rPr lang="en-US" sz="2400" b="0" dirty="0">
                <a:solidFill>
                  <a:srgbClr val="00B0F0"/>
                </a:solidFill>
              </a:rPr>
              <a:t> Khan</a:t>
            </a:r>
          </a:p>
          <a:p>
            <a:pPr>
              <a:buFont typeface="Courier New" pitchFamily="49" charset="0"/>
              <a:buChar char="o"/>
            </a:pPr>
            <a:endParaRPr lang="en-US" sz="2400" b="0" dirty="0">
              <a:solidFill>
                <a:srgbClr val="00B0F0"/>
              </a:solidFill>
            </a:endParaRPr>
          </a:p>
        </p:txBody>
      </p:sp>
    </p:spTree>
    <p:extLst>
      <p:ext uri="{BB962C8B-B14F-4D97-AF65-F5344CB8AC3E}">
        <p14:creationId xmlns:p14="http://schemas.microsoft.com/office/powerpoint/2010/main" val="545069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Courier New" pitchFamily="49" charset="0"/>
              <a:buChar char="o"/>
            </a:pPr>
            <a:endParaRPr lang="en-GB" b="0" dirty="0"/>
          </a:p>
        </p:txBody>
      </p:sp>
    </p:spTree>
    <p:extLst>
      <p:ext uri="{BB962C8B-B14F-4D97-AF65-F5344CB8AC3E}">
        <p14:creationId xmlns:p14="http://schemas.microsoft.com/office/powerpoint/2010/main" val="64984144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262</TotalTime>
  <Words>1536</Words>
  <Application>Microsoft Office PowerPoint</Application>
  <PresentationFormat>On-screen Show (4:3)</PresentationFormat>
  <Paragraphs>112</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Franklin Gothic Book</vt:lpstr>
      <vt:lpstr>Franklin Gothic Medium</vt:lpstr>
      <vt:lpstr>Wingdings</vt:lpstr>
      <vt:lpstr>Angles</vt:lpstr>
      <vt:lpstr>The agartala conspiracy case</vt:lpstr>
      <vt:lpstr>background</vt:lpstr>
      <vt:lpstr>6. The six point based movement</vt:lpstr>
      <vt:lpstr>PowerPoint Presentation</vt:lpstr>
      <vt:lpstr>PowerPoint Presentation</vt:lpstr>
      <vt:lpstr>Content and plot of the case</vt:lpstr>
      <vt:lpstr>PowerPoint Presentation</vt:lpstr>
      <vt:lpstr>The persons included in the charge-sheet </vt:lpstr>
      <vt:lpstr>Court membership</vt:lpstr>
      <vt:lpstr>A new ordinance for agartala conspiracy case</vt:lpstr>
      <vt:lpstr>Trials</vt:lpstr>
      <vt:lpstr>PowerPoint Presentation</vt:lpstr>
      <vt:lpstr>Trial (Con.)</vt:lpstr>
      <vt:lpstr>Sarbadaliya chattra sangram parishad 5th january, 1966</vt:lpstr>
      <vt:lpstr>The expansion of movement</vt:lpstr>
      <vt:lpstr>PowerPoint Presentation</vt:lpstr>
      <vt:lpstr>PowerPoint Presentation</vt:lpstr>
      <vt:lpstr>End of trial and release of sheikh mujibur rahman</vt:lpstr>
      <vt:lpstr>Result and importance of the case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agartala conspiracy case</dc:title>
  <dc:creator>User</dc:creator>
  <cp:lastModifiedBy>Lenovo</cp:lastModifiedBy>
  <cp:revision>31</cp:revision>
  <dcterms:created xsi:type="dcterms:W3CDTF">2006-08-16T00:00:00Z</dcterms:created>
  <dcterms:modified xsi:type="dcterms:W3CDTF">2025-07-06T17:26:48Z</dcterms:modified>
</cp:coreProperties>
</file>