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83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9" autoAdjust="0"/>
    <p:restoredTop sz="94707" autoAdjust="0"/>
  </p:normalViewPr>
  <p:slideViewPr>
    <p:cSldViewPr snapToGrid="0">
      <p:cViewPr varScale="1">
        <p:scale>
          <a:sx n="66" d="100"/>
          <a:sy n="66" d="100"/>
        </p:scale>
        <p:origin x="154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3T04:07:09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14610 11112 0,'0'25'0,"0"0"31,-24-25 141,24-25-156,0 0 15,0-24 32,0 24-63,0 0 15,0-24 1,0 24 0,0-25 77,0 25-93,0 1 32,24 24 280,1 0-281,0 0-15,-25 24 15,25-24 16,0 25-31,-25 0-16,24 0 31,1 0 31,0-1-15,0 1 16,-25 0-48,0 0 1,25-25 15,-25 25-15,0-1 31,0 1-32</inkml:trace>
  <inkml:trace contextRef="#ctx0" brushRef="#br0" timeOffset="1265.609">14610 10988 0,'25'0'140,"25"0"-124,-1 0 15,-24 0-31,0 0 16,0 0 46,0 0-31</inkml:trace>
  <inkml:trace contextRef="#ctx0" brushRef="#br0" timeOffset="3893.537">14834 10716 0,'49'0'125,"-24"0"-94,0 0-31,0 0 31,-50 0 219,-25 0-218,25 24-17,1-24 1,-1 0-16,0 0 16,0 0 15,0 0-16,1 0 1,24 50 265,74 0-265,-49-26 0,0 1-1,-1 0 16,-24 0-31,0 0 32,25-25-17,-25 24 1,0 1-16,25 0 16,0 0-1,0 0 16,-25 49-15,24-74 0,1 25-16,-25 0 31,0 0 16,25-1 0,0-24 218,0 0-233,-1 0-1,-24-24 0,25 24 32,-25-25 30</inkml:trace>
  <inkml:trace contextRef="#ctx0" brushRef="#br0" timeOffset="6469.4052">14982 10840 0,'0'24'297,"25"26"-282,0-50 1,0 50 0,-25-26 30,25-24-30</inkml:trace>
  <inkml:trace contextRef="#ctx0" brushRef="#br0" timeOffset="9175.1687">15082 10740 0,'0'-24'15,"0"-1"95,0 50 233,0-1-327,24-24 0,1 25-16,-25 0 47,25 25-32,-25-26 1,0 1-1,25 25 1,0-50 31,-25 25-31,0-1-1,0 1 1,0 0-1,24-25 1,-24 25 15,0 0 1,25-25-17,-25 24 16,0 1 48</inkml:trace>
  <inkml:trace contextRef="#ctx0" brushRef="#br0" timeOffset="13492.15">15900 10988 0,'-25'-24'140,"25"-1"-140,-24 25 16,24-25 0,0-25 62,-25 1-63,25 24 1,0 0 15,-25 25 63,25-49-47,0 24-16,-25 25-15,75 0 249,-25 25-249,-1-1 31,1-24-47,-25 25 15,25-25 1,-25 25 0,25 0-1,0 0 79,-1-25-47,-24 24 125,25-24-157,-74 0 345,24 0-329,0 0 47,0 0-47,0 0 1,1 0 155,24 25-140,24-25 203,1 0-234,25 0-1,-25 0 1,-1 0 0,-24-25 530,0 1-530,0-1 0,25 25 218,25 49-203,-50-24 47,25 0-62,-25 0 47</inkml:trace>
  <inkml:trace contextRef="#ctx0" brushRef="#br0" timeOffset="15589.1962">16049 10592 0,'0'-25'78,"25"25"-47,-25-25-15,-25 25 249,25 25-62,0 0-156,0-1-31,0 1 15,0 0-15,0 0 15,0 49-31,50-49 16,-26 0-1,-24 0 1,25-1-16,-25 1 31,25-25-15,0 25 15,-25 0-31,25-25 281,-1 0-265</inkml:trace>
  <inkml:trace contextRef="#ctx0" brushRef="#br0" timeOffset="18850.9198">16223 10691 0,'0'-25'16,"0"0"-1,0 0 157,0 1-156,0-1 0,0 0 15,24 25 94,1 0-78,-25 25 15,25-25-46,-25 25-1,0-1 1,0 1 78,0 0-79,25-25 360,0 0-296,-1 0 30,1 0-78,-25 25 63,25-25-94,-25 25 16,0-1 171,-25-24 1,0 25 30,25 0-171,0 0 31,0 0-62,0-1 15,-24-24-15,24 25-1,0 0 1,0 0 0,0 0 15,0-1 0,0 1-15,0 0-1,0 0 17,0 0-1,0-1-15,0 1-1,0 0 16,0 0-15</inkml:trace>
  <inkml:trace contextRef="#ctx0" brushRef="#br0" timeOffset="21935.2756">16297 10393 0,'0'-25'78,"0"1"16,0-1-47,25 25 62,49 25 188,-49 24-281,0-49-1,-25 50-15,25-50 16,-25 25 0,0-1 15,24 26-31,26 24 15,-25-24 1,24 24-16,-24-24 16,-25-25-1,25 0 17,-25-1-1,0 1-16,25 0 1,0-25 78,-25 25-79,0 0 32,-25-25 172,-50 24-203,51 1 15</inkml:trace>
  <inkml:trace contextRef="#ctx0" brushRef="#br0" timeOffset="32182.9127">14362 11038 0,'25'0'141,"-50"25"-16,0 0-110,1 24 1,-26-49 0,50 50-16,-25-50 93,50 25 204,0-25-281,0 0-16,-1 25 109,1-25-15,0 0-94,-25 24 16,25-24-1,0 0 157,-1 25-156,1-25-1,-25 25 1,0 25 47,25-26-48,0 1 1,-25 0-1,25 0 17,-25 0-32,0-1 62,0 1-46,0 0-1,0 0 17,0 0-17</inkml:trace>
  <inkml:trace contextRef="#ctx0" brushRef="#br0" timeOffset="38143.4079">13395 11757 0</inkml:trace>
  <inkml:trace contextRef="#ctx0" brushRef="#br0" timeOffset="41954.1849">13444 11832 0,'0'25'16,"0"-1"0,0 1 15,0 0 78,0-50-46,-24-49 46,-1 49-93,25 0-1,0 0 79,-50-49 78,50 0-172,0 49 31,-25 25-31,50 0 328,50 25-312,-51-1-16,1 1 16,25-25-1,-25 0 1,0 50 0,-1-50-16,1 0 15,-25 25 1,25-25-1,-25 24-15,25-24 32,-25 25-17,25-25 17,-1 0 61,-48 0 79,-1-25-156,0 25-16,0 0 125,25-24-94,-25 24-31,-24 0 47,24 0 31,0 0-31,0 0-16,0 0-15,50 0 703,0 0-704</inkml:trace>
  <inkml:trace contextRef="#ctx0" brushRef="#br0" timeOffset="45476.1308">13618 11435 0,'0'25'16,"50"-50"156,-25 0-157,-1 25 1,-24-25 0,25 25 93,-74 25 110,24 0-204,0 0 1,0 0 0,25-1 218,0 1-218,0 0 30,0 0-46,0 0 32,25-25-17,0 24 1,0-24 250,-25 25-220,0 0 1,0 0-31,24-25 0,1 25 15,-25 24-16,0-24 1,0 0 0,0 0 46,0-1-62,0 1 94,0 0-94,0 0 31,25-25 16,-25 25 0,25-25-31,0 0-16,-1 0 31,-24 24-16,25-24 329,0-49-328,0 24-1,0 25 17,-25-25-32,24 25 15,1-25 1,0 25 0,-25-24-1,25 24 1</inkml:trace>
  <inkml:trace contextRef="#ctx0" brushRef="#br0" timeOffset="48948.4269">13792 11584 0,'0'-25'109,"0"0"16,0 0-78,0 1 0,25 24-31,-1 0 15,-24-25 0,25 25-15,0 0 46,0 0 32,-25 25-47,0-1 0,0 1-16,0 0 0,0 0 1,0 0-17,0-1 17,0 1 155,25-25 204,-1 0-360,1-25 63,0 25-63,-25-24 0,25 24-31,0 0 219,-25-25-203</inkml:trace>
  <inkml:trace contextRef="#ctx0" brushRef="#br0" timeOffset="51950.3099">13941 11311 0,'0'-25'140,"0"0"-15,0 1-78,0-1 110,24 25-142,1 0 157,-25 25 16,25-25-188,-25 24 15,25-24 1,0 25-1,-25 0 1,24-25 31,-24 25-31,25 24-1,0-24 1,0 0-1,0-25-15,-25 25 16,0 0 62,24-1-62,-24 1-1,0 25 376,0-25-360,0 24-15,0-24 15,0 0 0,0 0-15,0-1 0,0 1-1,0 25 1,0-25 15,0-1-15,0 1 15,0 0-15,0 0-1,0 0 17,0-1-1,-24 1-31,24 0 31,0 0-15,0 0 15,0-1-15,0 1-1,0 0 16,0 0 32</inkml:trace>
  <inkml:trace contextRef="#ctx0" brushRef="#br0" timeOffset="55983.4565">14461 10988 0,'-24'0'156,"-1"0"-156,-25 50 31,25-50-15,25 25 0,-49-25-1,49 25 17,-25-1-17,0 1 32,0-25 62,25 25-93,0 0 140,0 0-62,-24 0-78,24-1 31,24-24 265,1 0-296,0 0 15,0 0-15,0 0-1,-1 0 1,1 0 15,0 0-15,0 0 15,0 0-15,-1 0 77,1 0-61,0 25-1,0-25 47,25 25-62,-26-25 15,1 0 31</inkml:trace>
  <inkml:trace contextRef="#ctx0" brushRef="#br0" timeOffset="66962.6664">13965 13047 0,'25'0'125,"25"0"-110,-25 0 1,-1 0 0,1 0-1,25 0-15,-25 0 16,-1 0 0,1 0-1,0 0 32,0 0-16,0 0-15,-1 0 0,26 0-1,-25 0 1,0 0 15,-1 0-31,1 0 16,0 0-1,0 0-15,0 0 16,0 0 0,24 0-1,-24 0 1,25 0-1,-26 0-15,26 0 16,-25 0 15,0-25-31,-1 25 16,26 0 0,0 0-1,-26-24-15,1 24 16,0 0-1,25 0 360,-26 0-343,26 0-32,0 0 15,-26 0 1,1 0 0,0 0-1,0 0 16,0 0-15,-1 0 0,26 0-1,-25 0 1,24 0 0,-24 0-1,0 0 1,0 0-1,0 0 95,-1 0-95,26 0 95,-25-25-79,0 25 32</inkml:trace>
  <inkml:trace contextRef="#ctx0" brushRef="#br0" timeOffset="2.72474E6">16992 10492 0,'24'0'140,"26"0"-140,0 0 16,24 0-1,0 0 1,-24 0 0,0 0-16,-1 0 15,1 0 1,-25 0 0,-1 0-1,1 0-15,25 0 16,-25 0-1,-1 0 1,1 0-16,0 0 16,0 0-1,-50 0 188,0 0-187,0 0 0,1 0-1,-26 0-15,-24 0 16,49 0 0,-25 0-1,25 0-15,1 0 16,-1 0-1,0 0 1,-25 0 0,50-24-16,-24 24 15,-1 0 1,-25 0 15,25 0-15,1 0-1,-1 0 1,0 0-16,0 0 31,0 0-15,1 0 0,-1 0-16,0 0 15,0-25 16,50 25 204,25 0-220,-1 0 1,26 0 0,-1 0-1,-24 0-15,-1 0 16,-24 0 0,0 0-1,24 0-15,-24 0 16,0 0-1,25 0 1,-26 0 0,1 0 31,0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3T04:48:11.8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21382 7441 0,'0'50'172,"25"49"-156,-25 25-1,0-49-15,0-1 16,0-49 0,0 0-16,0-1 31</inkml:trace>
  <inkml:trace contextRef="#ctx0" brushRef="#br0" timeOffset="757.5151">21779 7441 0</inkml:trace>
  <inkml:trace contextRef="#ctx0" brushRef="#br0" timeOffset="1451.5838">21779 7789 0,'0'0'0</inkml:trace>
  <inkml:trace contextRef="#ctx0" brushRef="#br0" timeOffset="3966.6352">22052 7590 0,'0'-49'110,"-75"-1"-110,50-24 15,1 74 1,24-25 0,0 0 62,0 0-47,24 0 0,-24 1-15,25 24-1,0-25 1,0 25 0,0 0-1,0 0 1,-1 0 0,1 0 15,25 0-16,-50 25 32,0-1-31,0 1 15,0 25-15,0-1-16,0 1 31,0-25 0,0 0-31,0 24 32,-25-24-17,25 0 1,0 0-1,-25-1 1,25 1 15,-25-25-15,25 50 0,-24-25-1,-1-25 1,25 24-1,0 1 1,-25-25 140,25-25 94,0 1-250,-25-1 16,50 25 187,25 0-187,-1 0-1,-24 0 1,0 0-16,0 0 16,24 0-1,-24 0 1,0 25-1,0-25 1,-1 0 31</inkml:trace>
  <inkml:trace contextRef="#ctx0" brushRef="#br0" timeOffset="5941.6777">21779 7764 0,'0'25'15,"-25"-25"-15,0 0 16,50 0 172,0 0-173,0 0 16,-25 24 126,-25-24-95,25-24 94</inkml:trace>
  <inkml:trace contextRef="#ctx0" brushRef="#br0" timeOffset="7692.7235">21729 7516 0,'0'0'0,"-25"0"16,1 0 15,24-25-15,0 0 15,0 0-15,49 25 109,-24 0-110,-50 0 235,0 0-234,25-24 62,0-1-62,25 25 62,0 0-63</inkml:trace>
  <inkml:trace contextRef="#ctx0" brushRef="#br0" timeOffset="11750.1665">21754 8285 0,'0'-25'344,"25"25"-313,-25-25 47,25 25-15,-25-25-48,-25 50 360,0 0-343,0 0-1,0 0-16,1-25-15,24 49 16,-50-24 0,25 0-1,-24 0-15,24 24 16,-25-24 0,1 25-1,-1-26 1,0 26-16,-24 0 15,0-26 1,49 1 0,-25 25-16,-24-25 15,-1 24 1,26-24 0,24 0-1,-50 0-15,26-1 16,24 26-1,-25-50 1,-24 50-16,49-50 16,-24 49-1,-1-24 1,25 0 0,-24 25-16,24-50 15,-25 24 1,50 1-1,-49 0-15,24-25 16,0 50 0,-25-26-1,1 26 1,-1-25-16,25 0 16,1-25 15,-1 49-16,0-49 1,0 25 0,0-25-1,25 25 32,-24-25-31,24 25-16,-25-25 15,0 24 1,0 1 0,0 0-1,0-25 1,25 25 31,-24 0-47,-1-25 15,0 24 17,-25 1 93,1 0-110,-1 25 1,1-26 0,24-24-16,0 25 15</inkml:trace>
  <inkml:trace contextRef="#ctx0" brushRef="#br0" timeOffset="13618.8325">21779 7813 0</inkml:trace>
  <inkml:trace contextRef="#ctx0" brushRef="#br0" timeOffset="27175.6834">21828 8210 0,'25'0'266,"-25"25"-250,25-25-1,0 0 16,-25 25-31,25-25 16,-25 25 0,24-25-1,1 25-15,0-1 16,0 1 0,0 0-1,0 0 1,24 24-16,-24-24 15,25 0 1,-26 0 0,1 0-1,0-1 1,0 1 0,24 0-1,-24 0-15,0 24 16,25-49-1,-26 25 1,1 0 0,0-25-16,0 25 281,24 0-265,1-25-1,24 24 1,1 26-16,24-25 15,25 0 1,-49 24 0,-26 1-1,50-25-15,-49 24 16,24-24 0,-24 25-1,49-25-15,-49-1 16,24 26-1,-49-25 1,74 24 0,-49-24-16,-25 0 15,24 0 1,26 0 0,-51-1-1,1 1-15,0 0 16,0-25 15,0 25 47,0 0-62,24-1-1,-49 1 1,25-25 62,0 0 63,0 25-126,-1-25 1,-24 25 0,25-25-1,0 0-15,0 25 16</inkml:trace>
  <inkml:trace contextRef="#ctx0" brushRef="#br0" timeOffset="49784.2463">18802 8930 0,'0'-25'188,"0"0"-188,0 0 16,0-24-1,0-1 1,25 50-1,-25-25 1,0-24 0,0 24-1,0-25 1,0 25 15,0 1 79,0-1-95,25 25 95,25 0-48,-1 49-46,-24 26-16,25-26 15,-26 1 1,1-25 0,0-25-1,-25 25-15,0-1 31</inkml:trace>
  <inkml:trace contextRef="#ctx0" brushRef="#br0" timeOffset="50714.1536">18852 8706 0,'25'0'94,"24"0"-78,-24 0-16,25 0 15,-25 0 16</inkml:trace>
  <inkml:trace contextRef="#ctx0" brushRef="#br0" timeOffset="52370.5512">19174 8458 0,'25'-24'47,"0"24"-32,0 0 1,0 0-1,-50 0 157,0 0-156,0 0 0,0 0-1,1 0-15,24 49 156,0-24-140,0 0 0,0 0-1,0-1-15,0 1 16,0 25 0,0-25-1,0 24 1,0-24-1,24 25 17,-24-1-17,25-49 1,-25 25 15,25-25 110,25 0-126,-26 0 1,1 0 0</inkml:trace>
  <inkml:trace contextRef="#ctx0" brushRef="#br0" timeOffset="53311.2011">19323 8582 0,'25'25'94,"-25"0"-94,0 0 16,0 24-1,0 1 1,0-25 0,0 0-16</inkml:trace>
  <inkml:trace contextRef="#ctx0" brushRef="#br0" timeOffset="54819.9765">19472 8434 0,'25'0'172,"24"0"-157,-24-25 17,0 25 93,-25 49-125,25 26 15,-25-26-15,0-24 16,0 0-1,0 0 17,0 0-1,0 24 0,0-24 0,0 0 1,0 0-17,0-1 79,-50-24-31,25 0-32</inkml:trace>
  <inkml:trace contextRef="#ctx0" brushRef="#br0" timeOffset="56220.6767">19919 8533 0,'-25'0'110,"0"0"-95,-25 0 17,25 0 77,25 25-62,0-1 78,0 1-109,0 0-16,50 0 15,-50 0 1,25-25-1,0 0 1,-25 24 47,0 1-32,25-25-16</inkml:trace>
  <inkml:trace contextRef="#ctx0" brushRef="#br0" timeOffset="57735.8718">19819 8731 0,'25'0'109,"-25"25"-78,25 0 157,-25 0-172,25-25 296,-25 24-265,25-24-47,-50 0 94</inkml:trace>
  <inkml:trace contextRef="#ctx0" brushRef="#br0" timeOffset="60931.8997">19894 8830 0,'25'-24'78,"-1"-1"-62,26 0 0,-50 50 296,0 0-265,0-1 0,0 1 218,25-99-140,-25 49-109,0 0 0,25 0-1,-25 1 1,0-26 15,0 25-15,24 0-1,-24 1 32,0-1 31,25 50 32,25 24-95,-25 26 1,24-26 0,-24 1-1,0-25 1,-25 24 0,0-24-1,25-25 16,-25 25-15,24-25 15,-48 0 360,-1 0-360,0-25 94,25 0 0,-25 25-109,0-25 15,1 1 63,-26 24 31,50-25-110,-25 25 110,50 0 79,25 0-189,-1 0 1,-24 0 15</inkml:trace>
  <inkml:trace contextRef="#ctx0" brushRef="#br0" timeOffset="63014.8785">20415 8434 0,'49'0'31,"-24"0"-15,-50 0 187,-24 0-187,-26 0-1,1 0 1,24 0 0,50 24-1,-25-24-15,1 0 16,48 25 187,1 0-187,0 0-1,0 0 1,-25-1-16,25-24 15,-25 25 1,0 0 0,0 0-16,24-25 15,-24 25 1,0-1 15,0 1-15,25-25-1,-25 25 48,25-25 109,0 0-172,0 0 31,-1 0-15,1 0-1,0 25-15,0-25 32,0 0 61,-1 0-61</inkml:trace>
  <inkml:trace contextRef="#ctx0" brushRef="#br0" timeOffset="64697.5422">20514 8582 0,'0'0'0,"0"-49"62,0 24-46,25 25 78,-1 0-94,-24 25 140,25-25-124,-25 25 0,0-1 46,0 1-62,0 0 78,-25 0-62,1-25 15,24 25 47,24-25 110,26 0-173,-25 0 1,0 0 0,-1 0-1,1 0 1</inkml:trace>
  <inkml:trace contextRef="#ctx0" brushRef="#br0" timeOffset="66853.6154">20663 8359 0,'24'0'62,"1"0"-46,0 0-1,0 0-15,-25-25 16,49 25 0,-49 25 187,0 0-188,25 0-15,-25 0 16,0-1 0,0 1-16,0 0 15,0 0 1,25 0-1,-25-1 1,0 1-16,0 0 16,0 0 31,0 0 15,0-1 110,-25-24-141,0 0-15,1 0 62,24 25-47,-25-25-15</inkml:trace>
  <inkml:trace contextRef="#ctx0" brushRef="#br0" timeOffset="70116.728">19794 8830 0,'0'25'297,"0"0"-282,0 0 1,25 0-1,0-25 1,-25 24 15,25-24 1,-25 25-1,25-25 0,-25 25 63</inkml:trace>
  <inkml:trace contextRef="#ctx0" brushRef="#br0" timeOffset="74535.6286">19150 10096 0,'0'-50'78,"24"50"-62,-24-25 0,50 25-16,-25 0 46,0 0-30,-1 0 0,1 0 15,-25 25-15,25-25-1,-25 25 16,0 0 16,0-1-47,0 1 32,0 0-17,0 25 1,-25-1 15,0-49-15,25 25-1,-24-25 1,-1 0 0,0 25-16,25 0 15,-25-25 16,0 0 1,25 24-17,50-24 142,24 0-157,-24 0 15,24 0 1,-49 0-16,0 25 15,0-25 17</inkml:trace>
  <inkml:trace contextRef="#ctx0" brushRef="#br0" timeOffset="75357.1018">19621 10096 0</inkml:trace>
  <inkml:trace contextRef="#ctx0" brushRef="#br0" timeOffset="76185.5722">19695 10344 0</inkml:trace>
  <inkml:trace contextRef="#ctx0" brushRef="#br0" timeOffset="77836.2411">19894 10120 0,'0'-24'250,"25"-1"-234,-25 0 15,24 25 1,1-25 14,0 25-14,0 0-1,0 0-31,-1 0 47,1 0-32,-25 25 64,0 0-48,0 0 0,0-1-15,-25 1 15</inkml:trace>
  <inkml:trace contextRef="#ctx0" brushRef="#br0" timeOffset="78982.5447">20142 10319 0,'0'0'0,"-25"0"46,0 0-30,0 25 0,1-25-1,-1 0 17,0 0 30,0 0-46</inkml:trace>
  <inkml:trace contextRef="#ctx0" brushRef="#br0" timeOffset="80378.4509">20043 10344 0,'49'0'141,"-24"-25"-125,0 25-1,0 0 1,-1 0-1,-24-25 1,25 25 0,-25-25 109,0-24 15,-49-1-124,49 25 0,-25 25 77,0 0 32,0 0-93,0 0-1,1 0-31</inkml:trace>
  <inkml:trace contextRef="#ctx0" brushRef="#br0" timeOffset="85608.6843">19844 10567 0,'-50'25'250,"1"-1"-234,24 26-1,-25-25-15,26 24 16,-1-49-1,0 25 1,0-25 0,0 50-16,-24-25 31,49-1-15,-25 1-1,-49 50-15,49-51 16,-25 26-1,25 0-15,-24-26 16,24 26 0,0-25-1,0 0 1,-24 24-16,24-24 16,0 25-1,-24-25 1,24-1-16,-25 26 15,25 0 1,-24-26 0,24 1-1,0 0 1,-49 0-16,49 24 16,0-24-1,-49 25-15,24-25 16,25-25-1,-24 24 1,24 1 0,0-25-1,0 25 1,0-25 0,1 0 15,-1 0 16,25 25 31</inkml:trace>
  <inkml:trace contextRef="#ctx0" brushRef="#br0" timeOffset="87318.2677">18902 10740 0,'-50'25'156,"25"-25"-156,0 25 16,0 0 0,1-25 30,-1 25 1,0-25-31,25 24 15,-25-24-31,25 25 47,0 0 62,99 0-93,-49 0-16,25-1 31,-26 1-31,1-25 16,-25 0-16,-1 0 16,-24 25 15</inkml:trace>
  <inkml:trace contextRef="#ctx0" brushRef="#br0" timeOffset="88350.6074">18678 11013 0,'25'0'140,"25"0"-124,-1 0-16,1 25 16,0-25-1,-1 0 1,-49 25-16,25-25 16</inkml:trace>
  <inkml:trace contextRef="#ctx0" brushRef="#br0" timeOffset="90686.6571">17909 11956 0,'0'25'266,"0"-1"-251,0 1-15,0 0 16,0 25 0,0-26-1,0 1 1,0 0-16,0 0 31,0 0 63,0 0-94</inkml:trace>
  <inkml:trace contextRef="#ctx0" brushRef="#br0" timeOffset="92248.7293">18133 12179 0,'0'50'141,"0"-1"-125,0-24-1,0 0 1,0 0-16,0 0 31</inkml:trace>
  <inkml:trace contextRef="#ctx0" brushRef="#br0" timeOffset="95641.3029">18306 11981 0,'50'0'281,"-25"0"-281,-1 0 16,1 0 0,0 0 15,-25 24 47,0 1-62,0 0 15,0 0 0,0 0-15,-25-1 15,0-24-15,25 25 15,-24-25 16,-1 0-32,74 0 157,-24 25-156,0-25-1,25 0 1,-26 0-16,1 0 47</inkml:trace>
  <inkml:trace contextRef="#ctx0" brushRef="#br0" timeOffset="97020.8226">18728 12179 0,'0'50'109,"0"-25"-93,0-1-1,0 26-15,0 0 16,-25-26 0,25 1-1,-25 25-15,25-25 94</inkml:trace>
  <inkml:trace contextRef="#ctx0" brushRef="#br0" timeOffset="100279.4783">18902 11981 0,'0'-25'297,"0"0"-266,24 25 0,1 0 0,0 0 1,0 0-32,0 0 46,-25 25 79,0 0-93,0-1 15,0 1-32,0 0 16,-25-25 16,0 25-31,0-25 15,75 0 313,-25 0-313,-1 0 0,1 25 32,-25-1 15,0 1 16,0 0-63,0 0 32,0 0-17,-25-25 48,1 0-94,-1 0 31,0 0-15,0 0 78,0 0-79,1 0 1,-1 0 0,0 0 109,25-25-47,-25 25-63</inkml:trace>
  <inkml:trace contextRef="#ctx0" brushRef="#br0" timeOffset="109851.4097">19869 10542 0,'0'25'109,"0"0"-62,0 24 0,25-24-31,-25 25-1,25-50 1,-25 24 0,0 1-16,0 0 15,24-25 1,-24 25-1,25-25-15,-25 25 16,25-1 0,-25 1-1,25 0 1,-25 0 15,25-25-15,-25 25 15,24-25-15,51 49 296,-26-24-296,1 49-1,0-24-15,24-25 16,0 49 0,-24-24-1,0 0 1,-1-26 0,-24 26-1,25 0 1,-1-1-16,-24 1 15,0-1 1,24-24 0,-24 25-16,25 24 15,-25-49 1,0 49 0,24 1-16,1-50 15,-50-1 1,49 1-1,1 25 1,-25-25-16,24-1 16,-24 26-1,0-25 1,-25 0-16,25-25 47</inkml:trace>
  <inkml:trace contextRef="#ctx0" brushRef="#br0" timeOffset="112005.2231">20514 10939 0,'49'0'141,"-24"0"-125,25 0-16,-1 25 15,1-25 1,-25 0 0,-25 24-1,49-24 110,-49 25-109,25-25-1,-74 0 235,24 25-234,0 0 0,-25-25-16,26 0 31,24 25-15,-25-25 46,0 0-46,25 24-1,-25-24 1,0 0 281</inkml:trace>
  <inkml:trace contextRef="#ctx0" brushRef="#br0" timeOffset="147496.4938">20960 12601 0,'0'0'0,"-24"0"32,24-25 124,0 0-140,0-24-1,24 24 1,1 0-1,25 0-15,-25 0 16,-1 25 0,51-24-1,-50-1-15,-1 0 16,26 25 0,-25 0 15,0-25-31,-1 25 15,26 0 1,-25 0 0,0-25-1,24 25-15,-24 0 32,25 0-17,-26 0 1,1 0-16,0 0 15,25 0 1,-26 0 0,1 0-1,0 0 1,-25 25 0,25-25-16,0 25 15,-1-25 1,1 50-16,-25-26 15,50 26 1,-25-25 0,-25 24-1,24-49 1,-24 50 0,25-25-1,-25 0 16,0 24-15,0-24 0,0 0 15,-25 0-31,25-1 31,-24-24-15,-1 25-16,0 0 15,0 0 1,0 0 0,-24-25-1,-1 0-15,25 0 16,-24 24 0,-1-24-1,1 0 1,24 0-16,0 0 15,-25 25 1,26-25 0,-1 0-16,0 0 15,0 0 1,0 0 0,1 0-1,-1 0-15,0 0 16,0 0-1,0 0 1,1 0 0,-26-25-16,25 25 15,-24-24 1,24-1 0,0 25-16,0-25 15,0 0 16,1 25-31,24-25 63,0 1-1,-25 24-46,25-50 0,-25 50-16,25-25 62,0 0 48,0 1-95,0-1 1,0 0 31,0 0 0,0 0-32</inkml:trace>
  <inkml:trace contextRef="#ctx0" brushRef="#br0" timeOffset="149253.9949">21258 12948 0,'0'-25'47,"-25"25"172,-49 50-204,-1 24 1,-24 1 0,25-1-16,-50 25 15,24-49 1,26 24 0,-50 1-1,25-1-15,0-24 16,-1-1-1,1 26 1,25-26-16,-1-24 16,1 25-1,24-25 1,1-1 0,-1 1-16,0 0 15,26 0 1,-1-25-1</inkml:trace>
  <inkml:trace contextRef="#ctx0" brushRef="#br0" timeOffset="152193.0474">21258 12948 0,'0'25'235,"50"0"-220,-26-25 1,1 49-1,50-24-15,-51 0 16,1 0 0,25-1-1,-25 1-15,24 25 16,-24-25 0,0 24-1,24 1 1,1 0-16,49-1 15,-49 1 1,-1-1 0,1-24-16,25 25 15,-26-25 1,1 24 0,-1-24-1,-24 0-15,0 0 16,0-25-1,0 24 1,-1-24-16,1 50 31,25-50-15,-50 25 0,49-25-16,-24 25 640,0-1-624,0-24-1,0 0 1,-25 25 0,24-25-1,1 25 17,0-25 14,0 25-46,-25 0 16,25-25 0,-1 0-16,1 24 15</inkml:trace>
  <inkml:trace contextRef="#ctx0" brushRef="#br0" timeOffset="157068.4483">21630 8508 0,'-25'0'93,"-49"0"-77,-25 25 0,24 24-16,1-24 15,-25 25 1,24-1 0,1-24-1,-25 50-15,49-51 16,-25 1-1,26 0 1,-1 0 0,-24 0-16,-1 24 15,26-24 1,-1 25 0,1-50-1,-1 49-15,0-24 16,1 0-1,-26 0 1,51 0-16,-26-1 16,0 1-1,1-25 1,24 50-16,0-50 16,0 25 15,1-1-16,-26 1-15,25 25 16,0-50 0,-24 49-1,24-24-15,-25-25 16,50 25 0,-25-25 15,25 25-16,-24-25 17,24 25-17,-25-1-15,0 1 16,0-25 31,25 25-32,0 0 17,0 0-17,-25-25 17,25 24 30,0 1 79,-24-25 93,24 25 32</inkml:trace>
  <inkml:trace contextRef="#ctx0" brushRef="#br0" timeOffset="159231.6583">19894 10641 0,'0'25'125,"0"0"-109,49 24-16,-24 51 16,50-51-1,-26 1 1,-24-1-16,25-24 16,-1 25-1,-24-25 1,0-1-1,0 26-15,24-25 16,-24 25 0,-25-26-1,25 1 1,-25 0 0,25-25-1,-25 25 1,24 0 218,51 24-234,-1-24 16,-24 25-1,24-26 1,-24 1 0,-1 0-16,-24 0 15,0 0 1,0-1 0,0 1 15,0 0-16,-1 0 1,1 0 78,0-1-79,-25 26-15,50-25 16,-50 0 0,24-1-1,1 26-15,0-25 16,0 0 0,0 24-1,-1 1 1,1-25-16,-25-1 15,25 1 79,0-25-78,-25 25-1,0 0 48</inkml:trace>
  <inkml:trace contextRef="#ctx0" brushRef="#br0" timeOffset="163310.8563">19794 10641 0,'0'25'172,"25"0"-172,0 0 16,25 24-1,-1 1 1,26-1-16,-26 51 15,1-76 1,-25 26-16,0-25 16,24 24-1,-24-24 1,25 0-16,-26 25 16,26-25-1,-25 24 1,0-24-1,-1 0-15,1 0 32,25-1 218,-25 1-235,24 25 1,26-1 0,-1 1-16,0 24 15,-24 1 1,0-1-1,24-24-15,-49-1 16,25-24 0,-26 0-1,1 25 1,25-50-16,-25 49 16,-1-24-1,1-25 1,-25 25-1,25-25-15</inkml:trace>
  <inkml:trace contextRef="#ctx0" brushRef="#br0" timeOffset="169880.563">19968 14560 0,'0'-24'140,"0"48"-62,0 1-62,0 0 0,0 0 15,0 0 78,-25-1-77,1 1-17</inkml:trace>
  <inkml:trace contextRef="#ctx0" brushRef="#br0" timeOffset="172485.0244">20067 14213 0,'0'-25'16,"25"25"31,0 0-16,0 0 0,0 0 16,-1 0-31,1 0 0,0 0-1,-25 25 1,25-25-1,-25 25 1,0 0 47,0-1-32,0 1 0,0 0-31,-25-25 63,25 25-63,-25-25 15,0 0 1,1 0 78,-1 25-79,0-25 1,0 0 31,25 25 203,0-1-235,25-24 48,0 0-48,-25 25 1,25-25 0,-1 0-1,1 0 17,0 0-17,-25 25 1,25-25-1,24 0 32,-24 0-15</inkml:trace>
  <inkml:trace contextRef="#ctx0" brushRef="#br0" timeOffset="173873.894">19323 14585 0,'-25'25'219,"1"0"-188,24 0-15</inkml:trace>
  <inkml:trace contextRef="#ctx0" brushRef="#br0" timeOffset="175650.6671">22449 14585 0,'0'25'250,"0"0"-235,0 0-15,0 24 16,0-24 15</inkml:trace>
  <inkml:trace contextRef="#ctx0" brushRef="#br0" timeOffset="177696.0274">22945 14635 0,'0'49'235,"0"-24"-204,0 0-15,0 0 77,0 0-77</inkml:trace>
  <inkml:trace contextRef="#ctx0" brushRef="#br0" timeOffset="181371.5606">23069 14362 0,'25'0'234,"-1"0"-171,1 0-32,0 0-15,0 0 15,0 0 0,-25 25 94,0 0-78,0-1-31,0 1 31,0 0-32,0 0 16,0 0 1,-25-25-1,25 24 0,-25 1 47,0-25-46,25 25 452,-25-25-250,75 0-15,-25 0-203,0 0 15,-1 0-15,1 0-1,25 0 48,-25 0-48,-1 0 1,-24 25-16,25-25 16</inkml:trace>
  <inkml:trace contextRef="#ctx0" brushRef="#br0" timeOffset="183156.3864">21060 12576 0,'0'25'141,"0"49"-141,24-24 16,-24-1-1,0-24 1,0 0-1</inkml:trace>
  <inkml:trace contextRef="#ctx0" brushRef="#br0" timeOffset="183851.5905">21283 12626 0</inkml:trace>
  <inkml:trace contextRef="#ctx0" brushRef="#br0" timeOffset="184621.407">21357 12799 0</inkml:trace>
  <inkml:trace contextRef="#ctx0" brushRef="#br0" timeOffset="187460.8375">21556 12551 0,'-25'0'187,"25"-25"63,25 25-250,-1-24 32,1 24-17,0 0 32,0 0-31,0 0 46,-25 24 1,0 1-32,0 0 0,0 0-15,0 0-1,-25-1 32,0-24-15,0 0 14,50 0 189,0 0-220,0 0 64,-1 0-64,-24 25 79,25 0-78,0-25-1,-25 25 48,0 0-1,0-1 1,0 1-32,-25-25 47,0 0-47,1 0-15,-1 0 62,0 0-47,-25-25-15,26 25 0,24-24 15</inkml:trace>
  <inkml:trace contextRef="#ctx0" brushRef="#br0" timeOffset="190295.4849">18728 14759 0,'25'0'62,"-1"0"-46,51 0-16,-25 0 15,-1 0 1,1 0 0,-25 0-1,-1 0-15,1 0 32</inkml:trace>
  <inkml:trace contextRef="#ctx0" brushRef="#br0" timeOffset="191462.4607">19472 14759 0,'50'0'125,"24"0"-110,-49 0 1,0 0-16,-1 0 15,1 0 17,0 0 30,0 0-46,0 0 15</inkml:trace>
  <inkml:trace contextRef="#ctx0" brushRef="#br0" timeOffset="194492.1278">20315 13171 0,'-24'0'94,"-26"25"-94,50 0 15,-25-25 1,0 0 0,25 25 30,-24-25 158,-1 25-111,0-1-77,0-24 15,50 25 204,25 0-220,-1-25 1,-24 0-1,-25 25 1</inkml:trace>
  <inkml:trace contextRef="#ctx0" brushRef="#br0" timeOffset="196301.5302">19968 13444 0,'25'0'125,"49"0"-109,-24 0-1,24 25-15,-49-25 16,0 0 0,0 25-1,0-25-15,-25 25 63</inkml:trace>
  <inkml:trace contextRef="#ctx0" brushRef="#br0" timeOffset="199373.3913">18976 14287 0,'0'25'250,"0"25"-235,0 0 1,0-1 0,0-24-1,0 0-15,0 0 16,0-1 0,0 1 15,0 0-16,0 0 1</inkml:trace>
  <inkml:trace contextRef="#ctx0" brushRef="#br0" timeOffset="202064.8679">19546 14312 0,'50'0'250,"-25"0"-234,0 0-16,-1 0 31,1 0 63,25 0-94,-25 0 16,-1 0-1,-24 25 79,0 0-63,0 0-31,-24-25 16,24 25-1,-25-25 1,0 24 0,0 1-1,0-25 17,-24 25 46,24-25-63,75 0 235,-26 0-234,1 0 0,25 0-1,-1 0-15,-24 0 31,0 25 32,0-25-47,-25 25-1,25-1 16,-25 1 94,0 0-78,-50-25 16,25 25-63,-24-25 15,24 0 1,0 0 0,0 0-1,-24 0 32,24 0-31,0 0-1,0 0 1,-24 0 0,24 0 62</inkml:trace>
  <inkml:trace contextRef="#ctx0" brushRef="#br0" timeOffset="204193.517">22077 13345 0,'24'0'93,"51"0"-93,24 25 16,0-25 0,-24 0-16,-1 0 15,-49 0 1,0 0 15,-25 25 235,-25-1-235,0 1-15,-25 0-16,-24 25 15,49-50 1,0 24-16,1 1 78,-1-25-62,0 25-16,0-25 109</inkml:trace>
  <inkml:trace contextRef="#ctx0" brushRef="#br0" timeOffset="207036.4199">22077 14337 0,'0'0'0,"24"-25"16,1 0-1,0 25 48,0 0-1,-25 25-15,0 0 0,0 0-47,0 0 63,0 0-17,0-1-30,0 1 0,0 0 15,0 0-15,0 0 30,0-1-30,-25-24 0,50 0 234,0 0-203,-1 0-32,-24 25 95,25-25-32,-25 25-47,0 0 47,0 0-62,-25-1 46,1-24-31,-1 0 1,0 0-1,-49 0 78,24 0-93,25 0 0,0-24-1</inkml:trace>
  <inkml:trace contextRef="#ctx0" brushRef="#br0" timeOffset="209231.8077">22647 14287 0,'0'25'219,"0"0"-188,0 0-15,0 0-1,0 0 1,25 24-1,-25-24 1,0 25-16,0-1 16,0-24-1,25-25 1,-25 25 0,0 0 140</inkml:trace>
  <inkml:trace contextRef="#ctx0" brushRef="#br0" timeOffset="221495.636">23118 8657 0,'0'0'0,"25"0"265,0 0-249,0 0 0,0 0-16,-1 0 15,26 0 1,-25 0-1,0 0 1,-1 0-16,1 0 31,0 0-31,0 0 32,-25 25 280,-25 24-296,25-24-1,-50 0 1,50 0 0,-24-25 93,24 24-109,-25-24 156,25 25-125,0 0 1,-25-25-17,0 0 95,25 25-63</inkml:trace>
  <inkml:trace contextRef="#ctx0" brushRef="#br0" timeOffset="256947.197">23962 10021 0,'0'-25'79,"0"0"-1,24 25 62,1 0-46,0 0-47,0 0-31,0 0-1,0 0 126,-25 25-63,0 0-47,0 0-15,0 0-1,0 0 1,0-1 15,0 26 1,0-25-32,0 0 15,-25-25 1,25 24-1,-25 1 48,0-25-47,0 0-1,25 25 63,-25-25-46,50 0 218,0 0-235,0 0 1,0 0-1,24 0-15,-24 0 16,0 25 0,0-25-1,0 0 17,-1 0-17,-24 25 1,25-25-1</inkml:trace>
  <inkml:trace contextRef="#ctx0" brushRef="#br0" timeOffset="265642.5006">24458 9996 0</inkml:trace>
  <inkml:trace contextRef="#ctx0" brushRef="#br0" timeOffset="266529.7792">24458 10294 0</inkml:trace>
  <inkml:trace contextRef="#ctx0" brushRef="#br0" timeOffset="270848.3779">24681 10021 0,'0'-25'328,"0"0"-281,0 1-32,25-1 64,0 25-64,-1 0 1,-24-25-1,25 25 1,0 0 31,0 0 0,0 0-32,-1 0 32,-24 25 0,0 0-16,0-1 1,0 1-32,0 0 31,0 0 0,-24-25 0,-1 0 32,25 25 15,-25-25 0,25 25-47,-25-25 1,50 0 390,0 0-407,0 0 32,-1 0-31,1 0 15,0 0-15,-25 24-1,25-24 16,-25 25 16,0 0 47,0 0-63,0 0 1,0-1 14,0 1 33,-25-25-48,0 25 0,0-25-15,1 0 46,-1 0-31,0 0 1,0 0-17,0 0 63,1 0-15,-1-25-32,0 25 0</inkml:trace>
  <inkml:trace contextRef="#ctx0" brushRef="#br0" timeOffset="298515.5992">24805 10765 0,'25'0'109,"24"0"-93,26 0 0,24 0-1,-74 0 1,0 25-1,-1-25 17,-24 25 233,-24-25-249,-1 25-16,25-1 16,-25-24 15,0 25 63,0-25-79,25 25 32,-24-25 31,24 25 32,-25 0-95,0-25 188</inkml:trace>
  <inkml:trace contextRef="#ctx0" brushRef="#br0" timeOffset="305912.37">24408 10592 0,'0'24'454,"-25"-24"-439,25 25 1,-24-25 15,24 25-15,-25-25-1,25 25 32,-25-25-31,-25 49-1,1-24 1,24 0 0,-25 25-1,26-26-15,-1 26 16,0-50 0,0 50-1,0-26 1,0 26-1,-24 0 1,24-1-16,-49 1 16,49 0-1,-25-26 1,50 1 0,-49 25-16,24-25 15,0 24 1,0-49-1,0 50-15,1-50 16,24 25 0,-25-25-1,25 24 48,-50 1-48,50 0 1,-49-25 0,49 25-1,-25-25-15,25 25 16,-25-25 93,0 24-62,25 1-31,-25 0-1</inkml:trace>
  <inkml:trace contextRef="#ctx0" brushRef="#br0" timeOffset="307763.8145">23565 10864 0,'-50'50'250,"-49"24"-235,74-24 1,0-50 0,1 0 15,24 25-16,49-25 298,1 25-297,-25-1-1,-1-24 1,1 0-1,0 0 17</inkml:trace>
  <inkml:trace contextRef="#ctx0" brushRef="#br0" timeOffset="309098.754">23267 11187 0,'25'25'109,"0"-25"-109,24 0 16,-24 0 15,0 0-31,-25 25 31,25-25 32,0 0-32,-25 24-15,24-24 15,1 0 172,0 0-172,0 0-15</inkml:trace>
  <inkml:trace contextRef="#ctx0" brushRef="#br0" timeOffset="521845.8213">22845 11881 0,'50'-49'109,"-25"24"-93,49 0-1,-49 25 1,25-25 0,-1 1-1,-24-1-15,0 25 16,25 0 0,-1 0-1,-24 0-15,0-25 16,24 25-1,-24 0 1,0 0 0,25 0-16,-26 0 31,26 0-15,0 0 15,-26 0-16,1 0-15,0 0 32,0 0-17,0 25 17,24-25-32,1 25 31,-25-1-16,-1-24 1,1 25-16,-25 0 16,25-25 15,0 50-15,-25-26-1,25 26-15,-25 0 16,0-1-1,0-24 1,0 25 0,0-26-16,0 1 15,0 0 1,0 25 15,0-25-15,-25-1-1,25 1 1,-50-25 0,25 50-16,1-50 15,-26 25 1,25-25-16,0 24 16,-49-24-1,49 0 1,-24 0-16,24 0 15,-25 0 1,1 0 0,24 0-1,0 0-15,-25 0 16,1 0 0,24 0-1,-25 0 1,1-24-16,-1-1 15,1 25 1,24-25 0,0 25-16,25-25 31,-50-49 31,25 24-46,1 25 0,-1 0-1,25 1 48,0-26-16,0 0-47,0 26 31,-25 24-15,25-25-1,0 0 1,0 0-1,0 0 126</inkml:trace>
  <inkml:trace contextRef="#ctx0" brushRef="#br0" timeOffset="523018.1483">23193 11857 0,'0'49'63,"0"-24"-47,0 25-1,0 24 1,0-24-16,0-26 15,0 26 1,0-25 47</inkml:trace>
  <inkml:trace contextRef="#ctx0" brushRef="#br0" timeOffset="523603.7729">23416 11906 0</inkml:trace>
  <inkml:trace contextRef="#ctx0" brushRef="#br0" timeOffset="524331.4036">23466 12179 0,'0'0'0</inkml:trace>
  <inkml:trace contextRef="#ctx0" brushRef="#br0" timeOffset="526727.9198">23639 11931 0,'25'0'172,"0"0"-156,0 0 62,-25 25 0,0 0-47,0-1 16,0 1 0,0 0-16,24-25 266,-24 25-203,0 0-16,0-1-16,0 1 32,-24-25 16,-1 0-79,0 0 94,-25 0-125,50-25 15</inkml:trace>
  <inkml:trace contextRef="#ctx0" brushRef="#br0" timeOffset="550088.1091">24458 11906 0,'25'0'156,"-1"0"-124,-24-25-17,25 25 1,0 0 0,0 0 93,-25 25-62,0 0 0,0 0 0,0 0-47,0-1 46,-25-24-30,0 0 0,25 25-16,-25-25 15,1 25 32,48-25 141,1 0-157,0 0 0,0 0 0,0 0 32,-25 25-32,0 0 32,0-1-1,0 1-31,0 0 1,0 0-1,-25-25 16,-25 0-32,25 0 17,1 0-17,-1 0-15</inkml:trace>
  <inkml:trace contextRef="#ctx0" brushRef="#br0" timeOffset="551103.1112">24706 12204 0,'0'25'141,"0"0"-125,0-1-16,0 1 15,0 0 17</inkml:trace>
  <inkml:trace contextRef="#ctx0" brushRef="#br0" timeOffset="553041.5169">24805 12055 0,'-25'0'31,"25"-25"-15,0 0 47,0 1-32,0-1 0,25 25 78,0 0-93,0 0 47,-1 0-48,-24 25 16,0-1 32,0 1-32,0 0 0,0 0-15,0 0 15,0-1 1,0 1 14,-24-25-30,24 25 15,-25-25 63,25 25-31,-25-25-48,75 0 141,-26 0-140,1 0 0,0 0-1,0 0 1,0 0 0,-1 0 30</inkml:trace>
  <inkml:trace contextRef="#ctx0" brushRef="#br0" timeOffset="553807.6518">25078 12204 0,'0'25'125,"0"0"-109,0 49-16,0-49 15</inkml:trace>
  <inkml:trace contextRef="#ctx0" brushRef="#br0" timeOffset="555873.9411">25177 11981 0,'0'24'141,"0"1"-125,0 0-1,0 0 1,0 0-1,25-25-15,-25 24 16,0 1 31,0 0 0,0 0 125,0 0-32,0 0 17,25-25-142</inkml:trace>
  <inkml:trace contextRef="#ctx0" brushRef="#br0" timeOffset="568517.7448">25177 12502 0,'-25'0'188,"0"0"-173,1 0-15,-1 0 94,25 24-78,-25-24-1,0 0 1,25 25 0,-25-25 155,25 25-61,-24-25-63,48 25 171,1-25-202,0 0-16,0 0 16,0 0-1,-25 25 17,24-25 46,26 0-63</inkml:trace>
  <inkml:trace contextRef="#ctx0" brushRef="#br0" timeOffset="587213.5793">24805 12477 0,'-25'0'329,"25"25"-283,-25-25-30,1 0 31,24 24-31,-25-24 30,0 0-46,0 25 47,25 0 31,-25-25-15,50 0 203,25 0-235,-25 0-16,-1 0-15,1 0 16,0 25 15</inkml:trace>
  <inkml:trace contextRef="#ctx0" brushRef="#br0" timeOffset="593552.8853">24433 10691 0,'25'0'296,"0"0"-233,24 49-16,-49-24-32,25 0 1,0 0 0,0 0 15,-25-1-31,24 1 16,1 25 15,0-25-31,-25-1 15,25 1 1,-25 0-16,25 0 16,-25 0 15,0-1-15,0 1-16,24 0 15,-24 25 16,0-25-31,25-1 16,-25 26 0,25-25-1,-25 24 1,25-49 0,-25 25-1,25 0 1,-25 0-1,0 0 1,24-25 0,-24 24-1,0 1 1,25 0 62,-25 0 0,25-25-62,0 0 78,-25 25-94,25-1 62,-25 1 110,24 0-125,-24 0 15,0 0 79,25-25-125,-25 24 62</inkml:trace>
  <inkml:trace contextRef="#ctx0" brushRef="#br0" timeOffset="596368.8557">24557 10790 0,'0'-25'157,"-25"0"-142,0 1 1,25-1 0,-24 25-1,24-25 16,-25 25-31,25-25 16,-25 0 0,0 25 31,25-24-32</inkml:trace>
  <inkml:trace contextRef="#ctx0" brushRef="#br0" timeOffset="605168.6878">23937 10567 0,'25'0'187,"-1"0"-187,1 0 16,0 0 0,0 0-1,25 0 1,-26 0 15,1 0-15,0 0 15,0 0-15,0 0 62,-1 0-63,1 0 1,0 0 0,25-25 312,-26 25-313,1 0-15,25 0 16,24 0 0,-49 0-1,25 0-15,-1 0 16,-24 0 0,49 0-16,-49-25 15,0 25 1,0 0-1,0 0 1,-1-25 0,1 25 93,25 0-93,-25 0 109</inkml:trace>
  <inkml:trace contextRef="#ctx0" brushRef="#br0" timeOffset="607679.6632">24309 10616 0,'-74'149'109,"24"-74"-93,-24-26 0,24 26-1,25-75 1,0 24-16,0 1 16,1-25-1,-1 50 1,0-50-16,-25 25 15,26-1 1,-26 1 0,50 0-16,-25-25 15,0 25 17,1 0-17,-26 0 1,25-1-1,0 1-15,1-25 16,-1 50 0,0-50-1,25 25 1,-25-25 0,0 49-1,1-49 1,24 25-1,-25-25 1,25 25 0,0 0 62,-25-1-63,0 1 79,25 0-63,25-25 204,25-50-220,-26 1-15,51 24 16,-50 0 0,-1 0-1,26-24-15,0 24 16,-1 0 0,1 0-1,-25-24 1,24 24-16,-24 0 15,0-25 1,24 26 0,-24-1-1,0 0-15</inkml:trace>
  <inkml:trace contextRef="#ctx0" brushRef="#br0" timeOffset="618302.9529">22994 8359 0,'0'-49'156,"0"-51"-140,0 1-1,0 25 1,0 49-16,0 0 31,25 25 172,0 50-187,0-1 0,0 1-1,-1-25 1,26 24-16,0 1 31,-26-25-15,-24 0 15,0-50 172,-24 0-172,-1 25-31,25-25 16,-25 25 15,25-25 0,-25 25 1,0 0-17,1-24 1,-1 24 15,0 0 47,0 0-62,0 0 0,50 0 140,25 0-156,-1 0 15</inkml:trace>
  <inkml:trace contextRef="#ctx0" brushRef="#br0" timeOffset="620404.8713">23466 7888 0,'0'0'0,"24"0"0,-48 0 187,-26 0-187,25 0 31,0 25-15,1-25 46,-1 24 251,25 1-313,0 0 16,0 25-1,0-25 1,0 24-16,0-24 15,0 0 1,0 0 0,0-1 15,0 1 110,0 0-79,25-25 1,-1 0-48,1 0 16,0 0-15,0 0-16,0 0 16,-1 0 15</inkml:trace>
  <inkml:trace contextRef="#ctx0" brushRef="#br0" timeOffset="621307.3005">23540 7913 0,'0'49'94,"25"-24"-78,-25 0-1,0 0-15,0 24 31,0-24 1</inkml:trace>
  <inkml:trace contextRef="#ctx0" brushRef="#br0" timeOffset="622751.7433">23689 7888 0,'25'-25'141,"-25"0"-141,24 25 15,1 0 17,-25 25 61,25 25-77,0 24-16,-25-24 16,0-1-1,25-24 1,-25 0 0,0 0 171,0 0-156,0-1 32,-25 1-63,0-25 31,0 0-15</inkml:trace>
  <inkml:trace contextRef="#ctx0" brushRef="#br0" timeOffset="624102.9348">23986 7962 0,'50'0'94,"-25"25"-78,25 0-16,-26-25 15,1 25 1,0-25 0,-25 25 171,0-1-171,-25-24-1,-24 50 1,-1-25 0,50 0-1,-25-25-15,0 0 31,25 24 16</inkml:trace>
  <inkml:trace contextRef="#ctx0" brushRef="#br0" timeOffset="626344.0998">24309 8210 0,'0'-49'125,"0"-50"-109,25-1 0,-25 26-1,0 49 17,25 25 14,-25-50-30,24 1 0,1 123 171,-25-24-171,25-25-16,-25-1 15,0 1 1,25 0 0,-25 25-16,25-50 15,-25 25 1,0-1 0,0 1 15,24 0-16,-48-124 251,24 74-250,-25 25 46,0 0 32,0-25-94,0 25 31,1 0 0,-1 0 141,50 0 0</inkml:trace>
  <inkml:trace contextRef="#ctx0" brushRef="#br0" timeOffset="627955.9932">24607 7764 0,'49'-50'78,"1"25"-62,-1 25-16,-73 0 172,-26 0-157,25 0-15,0 25 16,25 25 125,0-1-126,0 26 1,0-1 0,0-24-1,0 24-15,0-24 16,0 0-1,0-26 1,25 26 0,0-25-1,0-25 188,24 0-187,-24 0 0,0 0-1,0 0 1</inkml:trace>
  <inkml:trace contextRef="#ctx0" brushRef="#br0" timeOffset="629749.6411">24780 7863 0,'0'-25'47,"0"0"-16,25 25 32,0 0-48,0 0 1,-1 0 15,-24 25 16,0 0-16,0 0 0,0 0 16,0-1-15,0 1-17,0 0 16,-24 0 1,-1-25-17,25 25 95,25 0 15,49-25-110,-49 0 1,0 0 0</inkml:trace>
  <inkml:trace contextRef="#ctx0" brushRef="#br0" timeOffset="631582.4826">25028 7640 0,'0'0'0,"25"0"0,0 0 15,0 0 1,-25-25 0,0 50 187,0 24-188,0 26 1,24-26-16,-24 1 16,25-25-1,-25 0 17,0-1-32,0 1 15,0 25 1,0-25-1,0 0 32,0-1-31,0 1 0,25-25 15,-25 25-31,0 0 62,0 0-62,0-1 16,25-24 0,-50 0 202,-25 25-202,26-25 0,-1 0-16</inkml:trace>
  <inkml:trace contextRef="#ctx0" brushRef="#br0" timeOffset="641972.7683">22523 11410 0,'0'-25'187,"0"-24"-171,0-1-1,0 25 1,0 1 0,0-1-16,-25-25 359,25 25-343,0 0 15,0 1 109,0-1-124,25 25 140,0 25-140,0-1-16,-25 1 16,24-25-1,-24 25-15,0 0 78,25-25-78,-25 25 16,25-25 15,0 49-31,-25-24 31,25-25 32,-25 25-16,24-25 15,-24 50-46,0-75 171,-24 0-155,-1 25 93,0-25-125,0 25 47,0 0 15,1 0-15</inkml:trace>
  <inkml:trace contextRef="#ctx0" brushRef="#br0" timeOffset="644054.4726">22721 10939 0,'50'0'62,"-25"-25"-30,0 25-17,-1 0 16,-24-25 141,25 25-156,-99 25 93,24-25-93,25 0 0,1 25 15,24 0 94,0-1-110,0 1 1,0 25 0,24-25-16,26 74 15,-25-49 1,-25-26 0,0 1-1,0 0 1,0 0-1,25 0 17,-25-1-17,0 1 1,0 0 46,24-25 17,1 0-1,0 0-78,0 0 15,0 0 17,-25-25-1</inkml:trace>
  <inkml:trace contextRef="#ctx0" brushRef="#br0" timeOffset="645865.4649">22870 11038 0,'0'-25'16,"25"25"78,0 0-79,0 0 32,-25 25-16,0 0 16,0 0-16,0-1 1,0 1 15,0 0-1,0 0-14,-25-25 30,25 25-46,0 0 15,0-1 0,-25-24 1,50 0 108,0 0-109,-1 0-31,1 0 32,0 0-17</inkml:trace>
  <inkml:trace contextRef="#ctx0" brushRef="#br0" timeOffset="648150.9861">23044 10790 0,'25'0'141,"0"0"-125,-25 50 218,0 24-234,24-49 16,-24 24-1,0-24-15,25 25 16,-25-25 0,0-1-1,0 1 1,0 0-1,25 25-15,-25-25 47,0-1-15,25 1-17,-25 0 188,-25-25-187,25 25 46,-25-25 345</inkml:trace>
  <inkml:trace contextRef="#ctx0" brushRef="#br0" timeOffset="650591.9618">23714 11112 0,'0'-24'47,"-25"-1"-31,25-50-16,-25 26 15,25 24 1,0 0 31,0-74 0,0 49-32,0 26 1,-25 24 15,75 0 188,-25 0-204,24 24 1,-24 26-16,0-25 16,0 0-1,-1-25 1,-24 24-16,25 1 16,-25 0-1,25-25 1,-25 25-16,-50-100 234,1 51-218,24-1-1,0 25 1,0 0 31,1 0 15,-1 0-46,0 0 15,0 0 1,0 0-17,100 0 157,-50 0-156,-1-25-1,1 25-15,0 0 32</inkml:trace>
  <inkml:trace contextRef="#ctx0" brushRef="#br0" timeOffset="653248.1896">23887 10616 0,'0'25'47,"-25"-25"-31,50 0 78,0 0-79,0 0 17,-25-25 30,-25 25 79,0 0-126,0 0 17,1 0 14,24 25 95,0 25-16,0-25-109,24 24-1,26 26-15,-25 24 16,24-50 0,-24 1-16,0 0 15,0-26 1,0 1 15,-25 0 32,0 0-17,25-25 48,-1 0-16,26-25-62,-50 0 0,25 0-1</inkml:trace>
  <inkml:trace contextRef="#ctx0" brushRef="#br0" timeOffset="655715.5886">24036 10765 0,'0'-25'125,"0"1"-109,25 24 62,0 0-47,-25 24 63,0 1-78,0 0 46,0 0-46,0 0 0,0-1 109,25-24 15,-1 0-109,1 0 1,0 0 46,0 0-63,0 0 17,-25 25 77,0 0-62,0 0-31,0 0 15,-25-25 47,0 0-62,0 0 15,0 0 172,25 24-141</inkml:trace>
  <inkml:trace contextRef="#ctx0" brushRef="#br0" timeOffset="658068.9982">24061 10542 0,'0'-25'234,"25"25"-140,0 0-78,-25-25 46,24 25 1,1 0-32,0 25 31,-25 0-46,0 0 0,25 0-1,0 24 1,-25-24 15,0 0-15,24 24-1,1-24-15,-25 0 16,0 0 0,25-25 31,-25 49-47,0-24 15,25 25 1,-25-25-1,25-1 1,-25 26 47,24-50-48,-24 25 16,0 0 110,0-1-110</inkml:trace>
  <inkml:trace contextRef="#ctx0" brushRef="#br0" timeOffset="677601.659">23490 12452 0</inkml:trace>
  <inkml:trace contextRef="#ctx0" brushRef="#br0" timeOffset="680589.5938">23639 12427 0,'0'25'188,"-25"0"-172,1 24-1,-1 1-15,-25 0 16,50-1-1,-25-24 1,1 0-16,-1 24 16,0 1-1,0-25 1,-24 49-16,24-49 16,0 0-1,25 0 1,-50-1-16,50 26 15,-24-50 1,-1 25 0,25 0 15,-25-1-15,0 26-1,25 0-15,-25-25 16,25-1-1,0 1 48,-24-25-32,-1 0 250</inkml:trace>
  <inkml:trace contextRef="#ctx0" brushRef="#br0" timeOffset="683263.707">23639 12502 0,'0'-25'63,"0"0"-16,0 0-16,25 50 94,0 0-109,0 24-1,49-24 1,-49 25 0,0-50-16,-1 25 31,26 24 16,0-24-32,-1 25 1,26-26-16,-50 51 16,-1-50-1,26-1-15,-50 1 16,25 0-1,0-25 1,-25 25-16,24 0 16,1 24-1,0-24 1,0 0 0,24 24-16,-24-24 31,-25 0 0,25 0 0,0 0-15,0-25-16,-25 25 375,49-1-375,-24 1 16,0 0-1,0-25 1,-1 25-1,26 0-15,-25-25 32,-25 24-32,25-24 15,-1 0 1,1 0 15,-25 25-15,25-25 62,0 0-62,-25 25 15</inkml:trace>
  <inkml:trace contextRef="#ctx0" brushRef="#br0" timeOffset="686486.301">23143 13295 0,'-25'25'203,"25"0"-187,-24 0-1,24 0 32,-25-1 47,25 1-78,-25-25-1,25 25 95,-25-25 93,25 25-172,0 0 94,0-1-78</inkml:trace>
  <inkml:trace contextRef="#ctx0" brushRef="#br0" timeOffset="689164.4404">22920 13742 0,'0'-25'93,"0"0"-46,0 0-47,0 1 31,25 24 48,-1 0-64,1 0 1,0 0-1,0 0 1,-25 24 47,0 1-1,0 0 1,0 0-17,0 0-30,-25-25 0,25 24 31,-25-24-1,25 25-46,-25 0 94,50-25 234,0 0-296,0 0-17,0 0-15,0 0 47,-1 0 62,1 0 1</inkml:trace>
  <inkml:trace contextRef="#ctx0" brushRef="#br0" timeOffset="690244.4976">23267 13841 0,'0'25'171,"0"0"-139</inkml:trace>
  <inkml:trace contextRef="#ctx0" brushRef="#br0" timeOffset="691122.6508">23267 13891 0,'0'49'297,"0"1"-282,0-25 16</inkml:trace>
  <inkml:trace contextRef="#ctx0" brushRef="#br0" timeOffset="692419.1002">23664 13816 0,'0'25'187,"0"0"-171,0 24-16,0-24 78,0 0-16</inkml:trace>
  <inkml:trace contextRef="#ctx0" brushRef="#br0" timeOffset="697639.941">23044 12378 0,'0'-25'157,"25"25"-142,24 0 16,-24 0-31,25 0 32,-25 0-17,-1 0 1,26 0 0,-25 0-1,24 0 1,-24 0 15,0 0-15,25 0-1,-26 0 1,1 0 0,25 0-16,-25 0 31,-1 0 0,26 0-15,0 0-1,-26 0 17,26 0-1,-25 0-16,49 0 1,-49 0-16,0 0 16,0 0-1,-1 0 32,1 0-16,0 0 1,-50 0 93,-24 0-110,-1 0 1,0 0-16,26 0 16,-1 0-1,-25 0 1,1 0-1,24 0 1,0 0-16,-25 0 16,1 0-1,24 0-15,-25 0 16,1 0 0,24 0-1,-25 0 1,26 0-16,-26 0 15,0 0 1,26 0 0,-1 0-1,0 0-15,0 0 32,0 0-1,1 0-16,-26 0-15,25 0 32,0 0-17,0 0 79,1 0-31,-1 0-32,0 0 16,75 0 78,-1 0-110,1 0 1,0 0-16,-1 0 16,1 0-1,-1 0 1,1 0-1,-25 0-15,24 0 16,1 0 0,-25 0-1,0 0-15,24 0 16,1 0 0,-25 0-1,-1 0 1,1 0-16,0 0 15,0 0 17,0 0-32,-1 0 15,26 0 1,0 0 0,-26 0-1,1 0-15,0 0 78,0 0 47,0 0-109,-1-25 15,1 25-15,-223 0 140,123 0-140,-24 0-1,25 0 1,-1 25 0,51-25-16,-1 0 15,-25 0 1,25 0-1,1 0 1,-26 0 0,0 0-16,1 25 15,-1-25 1,-49 0 0,99 24-1,-50-24 1,25 0-1,-24 0 1,24 0 0,0 0 15,0 0 47,1 25-47,24 0 79,49 0-79,-24-25-15,0 0-1,24 0-15,1 0 16,0 0-1,49 0 1,-49 0 0,-26 0-16,26 0 15,0 0 17,-26 0-17,26 0 1,24 0-16,-24 0 15,0 0 1,-1 0 0,1 0-1,-1 0 1,-24 0 0,25 0-1,-1 0 1,-24 0 15,0 0 0,0 0-15,0 0 15</inkml:trace>
  <inkml:trace contextRef="#ctx0" brushRef="#br0" timeOffset="702098.241">23515 13568 0,'0'25'109,"0"0"-93,0 0 0,0-1-1,0 1 1,0 0-16,0 0 62,0 0 17,0-1-33,0 1 17</inkml:trace>
  <inkml:trace contextRef="#ctx0" brushRef="#br0" timeOffset="704938.8467">23738 13618 0,'25'-25'125,"0"25"-94,0 0 0,0 0 32,-1 0-48,1 25 63,-25 0 1,0-1-48,0 1 16,0 0-16,-25-25 63,1 0-47,24 25-1,24-25 220,1 0-266,25 0 109,-25 0-62,-25 25 47,0-1-16,0 1-62,0 0 93,-25-25-62,0 0 0,-25 0-31,26 0-1,-1 0 16</inkml:trace>
  <inkml:trace contextRef="#ctx0" brushRef="#br0" timeOffset="708054.5392">22002 8359 0,'25'25'188,"0"-25"-172,49 50-1,25-1 1,1 1-1,48 24-15,1 1 16,0 24 0,0 0-1,0 50-15,-25-99 16,-50-1 0,1 1-1,-51-25 1,1-25-16,-25 24 15,50-24 282,-1 0-281,1 25 0,24 0-16,50 0 15,-24 0 1,-1 24-1,-50-24-15,1 0 16,-25-25 0,0 25-1,0-25 1,-1 24-16,1 1 16,25 0-1,-50 0 1,25-25-1,-25 25 17,24-25-1,-24 24-15,25 1-1,-25 0 63,25 0-46</inkml:trace>
  <inkml:trace contextRef="#ctx0" brushRef="#br0" timeOffset="710174.247">24259 10815 0,'-24'25'62,"-1"-1"-46,-25 1 0,50 0-16,-49 0 15,49 0 1,-25-25-1,0 24 1,-25 26 0,1-25-16,49 0 15,-50-1 1,50 1 0,-50 0-1,26 0 1,-1 0-16,0 0 15,0 24 64,-49-24-64,74 0-15,-25-25 16,25 25-1,0-1 1,-25-24 0,25 25-1,-49 0-15,24-25 16,0 25 0,-124 74-1,124-99 1,-24 50-1,-1-26-15,25-24 297</inkml:trace>
  <inkml:trace contextRef="#ctx0" brushRef="#br0" timeOffset="714688.6778">24507 13692 0,'0'-25'110,"0"1"-79,25 24 78,0 0-77,0 0 77,-25 24 47,0 1-140,0 0-16,0 0 31,0 0 0,0-1-15,-25 1 0,0 0 15,0-25 0,25 25-31,-24-25 31,24 25-15,49-25 250,-24 0-235,-25 24 31</inkml:trace>
  <inkml:trace contextRef="#ctx0" brushRef="#br0" timeOffset="716067.5024">24681 13891 0,'0'24'110,"0"1"-110,0 25 15,-25-25 1,25-1 0,0 1-1</inkml:trace>
  <inkml:trace contextRef="#ctx0" brushRef="#br0" timeOffset="717325.5681">24979 13841 0,'0'25'281,"-25"24"-265,0-24 0,25 0 15,0 0 0</inkml:trace>
  <inkml:trace contextRef="#ctx0" brushRef="#br0" timeOffset="720206.544">23069 12502 0,'0'0'0,"-25"0"16,0 0-1,50 0 157,49 0-156,1 0 0,49-25-1,-25 25 1,149 0-16,-223 0 15,0 0 1,-1 0 0,1 0 31,0 0-32,0 0 173,0 0-173,24-25-15,1 25 16,-25 0 0,-1 0 15,-24-50 219,-49 50-235,-1-49 1,25 49 15,1 0 1,-1 0 14,0 0-46,0 0 16,0 0 0,1 0-1,-1 0 1,0 0 15,0 0 0,-99 0-15,75 0-16,24 25 16,-25-25-1,1 0 1,-1 24-16,25 1 16,0-25-1,-24 0 1,24 25-16,0-25 15,-24 0 1,24 0 0,0 0-1,0 0 48,-49 25-48,49-25 1,25 25 78,-25-25-47</inkml:trace>
  <inkml:trace contextRef="#ctx0" brushRef="#br0" timeOffset="728949.1264">24780 13742 0,'-25'0'109,"25"-25"-46,0-25-32,0 26-15,0-26-16,25 50 109,0 0-62,0 0-32,0 0 17,-1 0 61,-24 25-77,0 0 0,25-25-1,-25 24 1,0 1 31,0 0-32,0 0 1,0 0 47,-25 24-32,50-49 359,0 0-374,0 25 93,-25 0-30,0 24 30,0-24-78,-25-25 63,0 25-63,0-25 63,1 0-78,-1 0 62,-25 0-31,25 0 171</inkml:trace>
  <inkml:trace contextRef="#ctx0" brushRef="#br0" timeOffset="730685.9097">25078 13965 0,'0'25'187,"0"0"-156,0-1 360,0 1-375,-25 0 15</inkml:trace>
  <inkml:trace contextRef="#ctx0" brushRef="#br0" timeOffset="732174.0776">25227 13543 0,'0'25'172,"0"25"-156,0-1-16,0-24 15,0 0 1,0 25 0,0-26-16,0 1 31,0 0-16,0 0 17,0 0 15,0-1 46</inkml:trace>
  <inkml:trace contextRef="#ctx0" brushRef="#br0" timeOffset="1.18501E6">13841 4018 0,'-24'25'156,"-1"25"48,0-50-189,0 25 16,0-25-31,1 0 16,-26 24 0,50 1-1,-25-25-15,-24 0 16,24 25 0,-25 0-1,0 0-15,1-1 16,-1 1-1,25-25 1,-24 25-16,49 0 16,-50-25-1,25 0 1,1 25 0,-26-1-1,0-24 1,1 25-16,-26 25 15,26-50 1,-50 25-16,49-1 16,0 1-1,1 0 1,-1 25-16,-24-26 16,24 26-1,-24 0 1,24-1-1,-24-24-15,-1 25 16,1-1 0,-1 51-1,1-51 1,0 1-16,-1-1 16,1 51-1,49-51 1,-25 1-16,1-1 15,-1 51 1,-24-51 0,24 50-1,-49-24 1,49-1-16,-24-49 16,49 25-1,0-25 1,-24-1-16,24 1 15,0 25 1,-25-25 15,50 24-15,-49-49 0,49 50-16,-25-1 15,0-24 1,25 0-1,-49 25 79,49-26-94,-50 1 16,50 0-1,-25-25 32,25 25-15,-25-25 186,25 25 110,0-1-328,0 1 16,0 0 0,0 0-1,0 0 17,0-1 14,0 1 1,0 0-31,0 0 0,0 0-16,25-1 31,-25 26 0,25-25-15,0 0-1,-25-1 1,0 26 0,25-25-1,-25 0-15,24 24 16,1-24-1,0 0-15,0 0 16,0 24 0,-1 1-1,26 0 1,-25-26-16,0 51 16,-1-1-1,26-24 1,-25 24-16,0-24 15,-1 24 1,1-49 0,-25 25-1,0-26-15,25-24 16,-25 25 359,25 0-359,0 0-1,24 0 1,-24-1-16,25 26 15,-1-25 1,1 49 0,-25-49-1,0 0 1,24 25 0,-24-26-1,0 26-15,0-25 16,24 0-1,50 99 1,-49-75 0,49 50-16,25 1 15,0-1 1,25 50 0,0-25-1,0 25-15,0-25 16,-1-50-1,-48 0 1,-51-49 0,26 0-16,-51 0 15,51-25 1,-1 74 0,-24-74-1,24 50-15,-49-1 16,50 1-1,-51-50 1,1 25 250,25 0-266,24-1 15,1-24 1,173 124 0,-149-74-1,0-25 1,-25 49-1,-24-49-15,25 25 16,-26-25 0,-24 24-1,25-24 1,-26 25-16,1-26 16,0 1-1,0 0 1,-25 0-1,25 0 251,24-25-250,-24 24-1,25 1 1,-1 25-16,-24-25 16,25 24-1,-26-24 1,1 0-1,0-25 1,0 25-16,24-1 16,-24 26-1,0-25 1,0 24 0,24-24-16,-24 0 15,25 25 1,24 24-1,-24 25-15,49 0 16,25-24 0,-49-1-1,-1-24-15,-24 0 16,-1-26 0,-24 26-16,25-50 265,24 50-249,0-26-1,-49 51-15,74-26 16,-24 51 0,24-26-16,0 0 15,25 26 1,25-1 0,25 50-1,-75-25 1,99-25-16,-74 0 15,-24-24 1,-1 24 0,0-74-1,-24 24 1,-1-24-16,-24-25 16,-26 50-1,1-50-15,-25 24 16,25-24-1,0 0 267,74 0-267,-25 25 1,1-25 0,24 25-16,0 0 15,0 24 1,-24-24-1,-26-25-15,-24 25 16,-25 0 0,25-25-1,0 25 95,-25-1-32,0 1 141,0 0-188,0 0 219,0 0-235,0 0 1,0-1 15,0 1-15,0 0-16,0 25 16,0 24-1,0 0 1,0 1-1,0-26-15,0 26 16,0-50 0,0-1-1,0 1 1,-25 25 187,0 24-187,-24 348-1,24-248 1,0-1 0,0-49-1,-24 25-15,24-50 16,0-24-1,25-26 1,-25-24 15,25 0-31,0 0 16,-25-1 0,1 1-1,-1 75 1,-25-76-1,50 1-15,0 0 16,0 0 390,25 24-390,25-24 0,-1 25-16,-24-25 15,0 24 1,0 1-1,-25-1 1,24 1-16,1-25 16,-25 24-1,25 1-15,-25-25 32,0 0-17,0-1 235,0 26-234,0 24-1,0 26 1,0-1-16,0-25 16,0 1-1,0-1 1,0 1 0,0-1-16,0-24 15,0 24 1,-25 0-1,0-49-15,25 25 16,0-1 0,0-24-16,-24 25 15,24-1 1,-25 26 0,25-26-1,0 1 1,0 24 46,0-24-46,0 0 0,0-1-16,0-24 15,0 25 1,0-25-16,0-1 15,0 1 1,0 0 0,0 0-16,0 0 15,0-1 17,0 26 233,0 49-249,25-49-1,-25-1 1,0-24-16,24-25 16,-24 50 31,0-1-47,0 1 15,0 0 16,25-26-15,-25 1 15,0 0 1,0 0-32,0 0 15,0-1 16,-25-48 32,-24-100-47,-50 49-1,74 26 1,-25-1-16,25 25 15,25 0 32,0 50 281,149 124-312,-124-124 0,0 0-1,0-25-15,-25 49 172,24 1-156,-24-25-1,0-1 1,0 1 0,0 0-1,0 0 1,0 0 15,0 0 0,0-1-31,0 1 32,0 0-17,0 0 17,0 0-17,0-1 110,0-48-109,25-26-1,-25 25 1,25-24 31,0 24-31,-25 0-1,0-25-15,25 25 16,-25 1-1,24-1 1,-24 0 0,0 0-16,25-24 125,0-26-110,0 50-15,0 1 16,-25-26 0,25 50-1,-25-25 16,0 0 79,-50 25 30,25-24-124,-25 24-16,26 0 16,-26-25-1,25 25 1,-24 0 78,24 0-94,0 0 15,0 0 1,0 0 15,25 25 79,-24-25-95,-1 0 1,0 0 15,0 0 94,0 0-94,1 0-15,-1 0 0</inkml:trace>
  <inkml:trace contextRef="#ctx0" brushRef="#br0" timeOffset="1.19585E6">2307 3597 0,'0'-25'125,"0"-50"-109,25-73-1,25-26 1,-1 50-1,-24 74-15,-25 26 16,25 24 0,-25-25-1,25 50 204,-25-1-203,24 26-16,1 24 15,-25-24 1,50 0 0,-25-1-16,24-24 15,-49 0 1,25 0-1,-25-1-15,0 1 125</inkml:trace>
  <inkml:trace contextRef="#ctx0" brushRef="#br0" timeOffset="1.19719E6">2506 3001 0,'0'25'109,"0"50"-109,0 49 16,0 74 0,0 50-1,0 0 1,-25 0 0,0-49-16,0-1 15,0 0 1,1 1-1,-26-25-15,50-1 16,-25-49 0,0 0-1,1 50-15,-1-25 16,0 0 0,25-1-1,-25-48-15,25-1 16,-25-25-1,25-24 1,0-1 0,0-24-1,-24 0 1</inkml:trace>
  <inkml:trace contextRef="#ctx0" brushRef="#br0" timeOffset="1.19886E6">1340 8235 0,'25'0'78,"99"-173"-62,-25 24 0,-25 25-1,-24 74 1,-50 0-16,25 26 16,-25-1-1,0-50-15,0 26 16,0-26-1,0 1 1,0 24 0,0 1-16,0 24 15,0 0 1,-25 25 0,25-25 15,-25 25 0,0 0 0,0 0-15,1 75 0,-26-50-1,25 49-15,-24 0 16,24 75-1,0-74 1,25 24-16,0-25 16,0 25-1,0-24 1,0 24 0,25 25-1,0-49-15,-1-26 16,-24-24-1,0 0 17,0-100 93,0 51-125,0-26 15,25 0 1,-25 26 0,25-26 15,0 25-16,24-24-15,-24 24 16,25 0 0,-1 0 15,-24 25-31,50 0 31,-26 50-15,-49-25-1,50 24-15,-50-24 16,25 25 0,0-1-1,-1-24 1,-24 0 0,25-25 15</inkml:trace>
  <inkml:trace contextRef="#ctx0" brushRef="#br0" timeOffset="1.19962E6">2084 7789 0,'50'-25'94,"24"25"-78,0 0-1,-24-25 1,0 25-16,-26 0 16,1 0-1,0 0 1,0 0-16</inkml:trace>
  <inkml:trace contextRef="#ctx0" brushRef="#br0" timeOffset="1.20065E6">2183 7937 0,'25'0'156,"25"0"-140,24 0-16,-49 0 16,24 0-1,1 0-15,0 0 16,-1 0 0,26 0-1,-75-24 1,24 24-16</inkml:trace>
  <inkml:trace contextRef="#ctx0" brushRef="#br0" timeOffset="1.20271E6">2878 7541 0,'-25'49'15,"25"-24"16,0 0-15,-25 0 0,25-1-1,0 1 1,-25 0 0,25 0-1,0 0 16,0-1 1,0 1-1,0 0-15,0 0 15,0 0-16,25-1 1,0 1 15,0-25-15,24 50 0,1-25-1,-25-25 1,0 0-1,-1 0 1,1 0 15,0 0-31,0 0 47,0 0 0,-25-25 0,0-25-31,0 25 77,0-24-46,0 24-16,-25 25 48,0 0-64,0 0 1,0-25-1,1 25 1,-1 0 0,-25 0 15,25 0 0,0 0-31,1 0 16,-1 0 15,0 25-31,0-25 47</inkml:trace>
  <inkml:trace contextRef="#ctx0" brushRef="#br0" timeOffset="1.20753E6">2134 8483 0,'0'50'250,"0"24"-235,0 1 1,0 24-1,0 0-15,0 0 16,0 298 0,0-124-1,24 25 1,-24 49 0,0 124-1,0 720 1,0-893-1,0-26-15,0 1 16,0 74 0,0-74-1,0-74-15,0-75 16,-24 173 281,-1-98-282,0 148 1,25-223-16,-25 25 16,25 25-1,0 74 1,0 25-16,0 24 16,0 26-1,0-1 1,0 1-1,0-26-15,0 1 16,0-50 0,0-25-1,0 0 1,0-24 0,0-100-16,0-49 15,0-26 1,-25 1-1,25 25 517,0-25-517,-24 74-15,24-74 16,0 0 0,0-1 374,0 1-374,0 0 15,-25-50 157,25 0-173,0-24 16,-25 24 1,0-25 46,-24-24-63,24 49 1,0 0 0,0 25 62,25-25 31,0 50 16,0 0-109,0 50-1,50-26 1,49 75-16,-74-74 16,0-25-1,-25-1 1,24-24 0,-24-24 296,25-51-296,0 26-16,0-1 15,-25 25 1,0 0 15,25 25 0,-1-49 63,1-1-78,-25 25 62,25 25-78,0 0 109,-25-25-109,25 25 125</inkml:trace>
  <inkml:trace contextRef="#ctx0" brushRef="#br0" timeOffset="1.21483E6">16669 18703 0,'0'-25'16,"0"0"15,0 0 0,25-24-15,25-1 0,-26 0-1,26 1-15,-25 24 16,24-25-1,-24 26 1,25-1-16,24 0 16,-24-25-1,49 1 1,-25 49-16,1 0 16,-1 0-1,1-25 1,-26 25-16,26 0 15,-1 0 1,-24 0-16,24 0 16,-24 0-1,24 0 1,-24 0 0,-25 0-1,24 0 1,-24 0-16,49 0 15,-24 0 1,0 0 0,-1 0-16,-24 25 15,25 0 1,-26-25 0,1 24-16,-25 1 15,25-25 1,0 25-1,-25 25 1,25-50-16,-25 49 16,0-24-1,49-25 1,-49 50 0,0-26-16,25 26 15,-25-25 1,25-25-16,-25 25 15,0 0 17,0-1-32,0 1 15,0 0 17,0 0-17,0 0 1,0-1-1,0 1 17,0 0-32,0 0 15,-25 0 1,0-1 0,25 1-1,-25-25 1,1 25-1,-1 0-15,-25 24 16,1-24 0,-1-25-1,0 0 1,1 0-16,-1 0 16,-24 0-1,-1 0 1,26 0-16,-1 0 15,1 0 1,-1 0 0,25 0-1,-24 0-15,24 0 16,-50 0 0,50 0-1,1 0 1,-1 0-16,0 0 15,-25 0 1,26 0 0,-26 0-16,25 0 15,-24 0 1,-1 0 0,0 0-1,26 0 1,-51 0-16,26 0 15,-1 0 1,0 0-16,26 0 16,-26 0-1,0 0 1,26 0 15,-1 0-31,0 0 94,0 0-78,0 0 15,1 0-16,-1 0 1,-25-25 0,25 1-1,25-26 110,0 25-78,0 0 0,0 1-31,25-1-1,-25 0 17,25 0-17,-25-24 1,25 24-1,0 0 1,-25 0 0,49-49 77,-49 24-77,25 25-16,-25 0 47,25 25-31,0-24 30,-25-1-14,0 0 15,49 0-32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3T05:03:09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12055 10815 0,'-24'25'15,"-1"-25"1,0 0 15,50 0 141,49 0-172,25 0 16,75 0-1,25-25 1,-1 25 0,0-25-1,1 25 1,-26 0-16,-24 0 16,-25 0-1,0 0-15,-24 0 16,-1 0-1,25 0 1,-50 0-16,25 0 16,-49 0-1,24 0 1,-24 0 0,0 0-16,-26 0 15,26 0 1,0 0-1,-25 0-15,-1 0 16,26 0 0,0 0-1,-26 0 1,1 0 15,0 0 16,0 0-16,-50 0 157,-25 0-173,-24 0 1,-273 0-16,123 0 16,26 0-1,-25 0 1,24 0-16,26 0 16,24 0-1,50 0 1,24 0-1,26 0-15,-1 0 16,25 0 0,0 0 15,-24 0 31,-1 0-46,1 0 0,-1 0-1,0 0-15,1 0 16,24 0 0,-25 0 15,25 0-31,1 0 15,-1 0 1,-25 0 0,25 0-16,1 0 15,-1 0 1,-25 0 0,25 0 15,-24 0-16,24-25 1,0 25-16,0 0 31,25-25 219,25 25-234,0 0 0,25 0-16,24 0 15,0 0 1,26 0-1,49 0-15,-25 0 16,24 0 0,1 0-16,0 0 15,-25 0 1,25 0-16,-75 0 16,26 0-1,-1 0 1,-25 0-1,1 0 1,-1 0-16,-24 0 16,-26 0-1,26 0 1,0 0 0,-1 0-16,26 0 15,-51 0 1,1 0-1,0 0-15,0 0 32,0 0-17,-1 0 1,1 0 15,0 0 0,0 0-15,0 0 0,-1 0-16,26 0 31,-25 0 0,0 0 0,-25 25 1,25-25-17,-1 0 63,-48 0 1,-26 25-64,-25 0-15,-24 0 16,-50 24-1,25-49 1,-99 25-16,0 0 16,-25 0-1,49-25 1,75 0-16,-49 0 16,74 0-1,24 0 1,-24 0-16,49 0 15,26 0 1,-26 0 0,25 0-1,0 0 48,-24 0-48,24 0 1,0 0-16,-25 0 16,26-25-1,-1 25 1,0 0 0,-25 0-16,26 0 15,-1 0 1,-25 0-1,1-25 1,24 25-16,0 0 16,25-25 202,25 0-93,99-24-109,-25 49 0,75-50-1,-1 25 1,51 25-16,-26 0 16,0 0-1,1 0 1,-1 0-16,1 0 15,-26 0 1,-24 0-16,-25 0 16,-25 0-1,-24 0 1,24 0 0,-24 0-1,-26 0 1,1 25-16,-25-25 31,-1 0 16,-24 25-31,25-25-1,25 0 1,-25 0-16,-1 0 15,26 25 1,-25 0 0,0-25-1,-1 0 1,1 0 46</inkml:trace>
  <inkml:trace contextRef="#ctx0" brushRef="#br0" timeOffset="588270.1484">17810 11237 0,'25'0'125,"49"0"-110,1 0 1,24 0 0,0 0-16,75 0 15,-50 0 1,49 0 0,-49 0-1,174 0 1,-199 0-1,25 0-15,-49 0 16,24 0 0,0 0-1,-24 0-15,24 0 16,-25 0 0,26 0-1,-1 0 1,-25-25-16,25 25 15,-49 0 1,24 0 0,-24 0-1,24 0-15,1 0 16,-1 0 0,-24 0-1,-1 0 1,1 0-16,-25 0 15,24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3T05:05:41.0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21828 11609 0,'0'-25'125,"25"-50"-109,0 26-16,0-1 15,0-24 1,-25 24 0,24 25-1,1 1-15,-25-1 31,25 0 1,0 0-17,-25 0 32,25 25 141,-25 25-173,25 25-15,-1-1 16,1-24 0,0 25-1,0-1 1,-25-24 140</inkml:trace>
  <inkml:trace contextRef="#ctx0" brushRef="#br0" timeOffset="1511.5458">22052 11187 0,'0'50'125,"0"24"-110,0 25 1,0 0 0,0 50-16,0-25 15,0 0 1,0 25 0,-25-75-16,0 1 15,25-1 1,0-49-1,-25 50 1,25-1-16,-25 0 16,1 1-1,24-1 1,-25 1-16,25-26 31,0-24 0,0 0-15,0 0 0,0-1-1,0 1-15</inkml:trace>
  <inkml:trace contextRef="#ctx0" brushRef="#br0" timeOffset="4814.9722">20886 13891 0,'25'0'63,"0"-50"-48,24 0-15,-24 26 32,49-51-32,-74 50 31,25-24-15,0-1-1,-25 1-15,0-1 16,0 0-1,0 26 17,0-51 108,0 50-124,0 1-16,-25 98 156,25 0-140,0 26-1,0-1 1,0-25 0,0 1-16,0-26 15,0 1 1,0-1 0,0 26-16,0-26 15,0-24 1,0-99 156,0 24-157,0 25 1,0 1 46,25 24-46,25 0 15,-26 0-15,1 0 15,0 0-15,-25 24 15,25 1-15,-25 25 15,0-25-15,0-1 30,25-24-30,-1 0 0,1 0-1,0 0 17,0 0-1,24-24-16,-49-1 1,25 25 15,0-75 47,-25 26-78,0 24 16,0 0 109,-25 25-94,0 0-15,1 0 15,-1 0 0,0 0 1,25 50-32,0-25 15,0-1 1,0 1 0,0 0-1,0 0 16,25 0-15,24-25-16,-24 24 16,50 1-1,-26-25 1,-24 0 0,0 0-1,24 0-15,-49-25 16,50 25-1,-25-24-15,0-1 16,-25 0 0,0 0-1,0 0 32,0-49 63,0 49-95,-25 0-15,25 1 16,-25 24 78,0 24-63,0 1 0,25 25-15,0-1 15,0-24-31,0 25 31,25-50-15,-25 25-1,50-25 1,-25 49-16,-1-49 16</inkml:trace>
  <inkml:trace contextRef="#ctx0" brushRef="#br0" timeOffset="5676.4221">21804 13667 0</inkml:trace>
  <inkml:trace contextRef="#ctx0" brushRef="#br0" timeOffset="11121.5738">22101 13667 0,'0'25'63,"-24"-25"-48,24 25 1,-50-25-16,50 25 16,-25-25-1,25 25 1,-25-25 0,25 24-1,-25 1 1,25 0-1,0 0 1,25-25 109,0 0-94,25 0 1,-50-124 108,0 74-124,0 25-16,0 1 31,0 48 266,0 26-281,0 0-1,25-26 1,-1 76-16,-24-51 15,0 26 1,0-1 0,0-24-1,0 24-15,0-24 16,0-1 0,0 1-1,0-25-15,0 49 16,0-49-1,0 0 1,0 0 0,0 24-16,0 1 31,-24-50-15,-1 25-16,0-25 31,25 24-16,0 1 17,0 0-17,0-50 110,0 0-125,0 1 63,0-1-48,0 0 1,25 0 0,-25 0 156,0-24-141,0-1-16,0 25-15,0 1 47,0-51-31,0 1 0,25-1-1,-1 50 1,26-24-1,-25 24-15,24 0 16,-24-24 0,25 24-1,-1 0 1,-24 0-16,0 25 16,0 0-1,0 0 1,-25-25-1,0 1 64,24-26-48,-24 0-16,0 1 1,0 24 0,0 0-1,0 0 17,0 1-17,0-1 32,-24-25 0,24 25-31,-25 25-1,25-24 1,-25-1 62,25 0-62,0 0-1,-25 25 1,25 25 203,0 25-204,0 49 1,0-50-1,25 26-15,0-50 16,-25 24 0,0-24-1,0 0 1,25 24-16,-25 1 16,0 0-1,0-26-15,0 1 16,0 25-1,0-25 1,0-1 0,0 1-1,0-50 142,24-74-142,1 0-15,25-25 16,-50 99 15,25 0 16,-1 25-31,1 0-1,0 0 1,0 0 46,0 0-46,-25 25 0,0 0-1,24 0-15,-24 0 16,0-1-1,0 1 1,0 0 15,25-25-31,0 0 32,0 25-17,0-25 16,-1 0-15,1 0 0,0 0-16,0-25 15,-25 0 1,0 0 0,0 1-16,25-1 15,-25 0 1,0 0-1,0-24-15,0 24 16,0 0 0,0 0-1,0-24 1,-25 49-16,25-25 16,0 0 30,-25-25 1,0 1-31,0 24-16,25 0 31,-24 25 63,-26-25 0,25 25-79,25 25 188,0 0-203,25 0 16,-25 24 0,25-24-1,0 0 1,-25 25 0,49-50-16,-49 49 15,75 1 1,-75-25-1,24-1 1,1 1 0,0 0-1,-25 0-15,25-25 16,0 25 0,-25-50 374,0-25-374</inkml:trace>
  <inkml:trace contextRef="#ctx0" brushRef="#br0" timeOffset="11924.6648">22796 13717 0,'0'-25'62,"25"25"-46,49-25 0,-24 25-1,-1 0-15,1 0 16,-25 0-1</inkml:trace>
  <inkml:trace contextRef="#ctx0" brushRef="#br0" timeOffset="14223.5783">23317 13816 0,'-25'50'109,"0"49"-109,0-25 16,1 1-1,-1-26-15,25-24 47</inkml:trace>
  <inkml:trace contextRef="#ctx0" brushRef="#br0" timeOffset="16385.6743">23515 13767 0,'25'-50'47,"25"25"-47,-1-24 15,-24-1 1,25 50 0,-50-25-1,0 0-15,0-49 78,0-25-62,0 49 0,0 25-16,0 1 31,-25-1 78,0 0-78,25 50 110,0 24-125,0 125-1,0-75 1,0-49 0,0-1-16,0 1 15,0-25 16,0 24 1,0 1-17,0-25 1,0 0-16,-25-25 16,25 24-1,0 1 1,0 0-1,0 0 1,0 0 0,0-125 140,25-24-140,25 25-1,-26 50 1,1-1-1,-25 25 1,50 25 62,-25 0-62,-1 0-1,-24 25 1,0 25 15,25-26-15,-25 26 0,0 0-1,0-26 1,0 1-1,0 0 17,0 0-32,0 0 15,0-1 1,0 1 31</inkml:trace>
  <inkml:trace contextRef="#ctx0" brushRef="#br0" timeOffset="17322.5421">24036 13643 0,'25'0'63,"25"-25"-48,-26 25 1,1 0 0,0 0-1,0 0 126</inkml:trace>
  <inkml:trace contextRef="#ctx0" brushRef="#br0" timeOffset="18693.5179">24061 13767 0,'25'0'141,"0"0"-125,-1 0-1,26 0 142,-25 0-142,0 0 16,-1 0 141</inkml:trace>
  <inkml:trace contextRef="#ctx0" brushRef="#br0" timeOffset="23440.4265">21853 14858 0,'0'25'140,"0"49"-124,0 50 0,0 25-1,0-25 1,0 199 0,0-224-1,0 50-15,0-50 16,0 0-1,25-25 1,0 50-16,-25-49 16,25-25-1,-25-1 1,0-24-16,0 0 16,24 49-1,-24-49 1,0 0-1,0 0 1,0 24 47,0-24-48,0 0 1,0-75 218,-49-24-218,24 49-1,0 0 1,25 0-16,-25 25 47,25-24-16,0-1 47,-49 0-62,49 0 0,-25 25-1,75 75 157,-1 24-156,-24-50-1,0 1 1,0-25 0,-1 0-1,-24-1-15,25-24 16,-25 25-1,25 0 1,25-50 187,-50-24-187,25-1-1,-1 0 1,1 1 0,25-1 77,-25 1-77,-1-1 0,26 50-1,-50-25-15,0 0 32</inkml:trace>
  <inkml:trace contextRef="#ctx0" brushRef="#br0" timeOffset="37364.9824">24458 13419 0,'0'-24'375,"25"-1"-359,-1 25-1,-24-25 1,50 25-16,-50-25 16,25 25-1,0 0 1,-1 0 0,1 0-1,0 0 16,0 0 32,-25 25-32,0 0 0,0 0-31,0-1 16,0 1 0,0 0-1,0 0-15,0 0 16,0-1 0,0 1-16,-25-25 15,25 25 1,-50-25-1,50 25 1,-24 0 15,-1-25 16,25-25 250,0 0-250,25 25 0,-1 0-16,1 0 0,0 0-15,0 0 62,0 0-31,-25 25 0,0 0-47,24-1 31,-24 1 16,25-25-47,-25 25 16,0 0-1,0 0 16,0-1 1,0 1-1,0 0-15,0 25-1,-25-50-15,25 24 16,-49-24-1,24 25 17,0-25-17,-24 25 1,24-25 0,0 0 93,0 0-78,0 0-15,1 0-1,-1 0 1,25-25 0,0-24 62,0 24-63,0 0 17,25 25 358,-1 0-249,-24 25-110,25-25 0,-25 25 1,0-1 46,0 1-31,0 0 109,0 0-125,-25-25 63</inkml:trace>
  <inkml:trace contextRef="#ctx0" brushRef="#br0" timeOffset="270924.25">5433 15974 0,'-25'25'110,"-99"74"-110,-25 25 15,0 50 1,0-50 0,25-25-1,50-74-15,49 0 16,0-25 0</inkml:trace>
  <inkml:trace contextRef="#ctx0" brushRef="#br0" timeOffset="272364.9493">4217 16818 0,'0'0'0,"50"0"78,-1-25-63,1 25 1,24 0-16,-24 0 16,0 0-1,24 0 1,-24 0 0,24 0-16,-24 0 15,-1 25 1,1-25-1,-25 24 1,24 26-16,-24-50 16,25 0-1,-50 25-15,25-25 32,-25 25-17,0-1 1,0 1 15,-25-25-15,25 50-16,-75-25 15,26 24 1,-26-24 0,1-25-1,-1 25-15,-73 0 16,48-25-1,-48 0 1,-1 0-16,-25 0 16,75 0-1,49-25 1,1-25-16,-26 1 16,75 24-1,-25 0 1,25 0-1,0 0 48,0 1-63,50-1 16,24 0-1,-24 0 1,24 0-16</inkml:trace>
  <inkml:trace contextRef="#ctx0" brushRef="#br0" timeOffset="273827.8418">5433 15925 0,'0'24'63,"24"26"-48,1-25-15,0 24 32,49 26-32,1 49 15,98 99 1,-123-148 0,0-26-16,-26-24 15,-24 0 1,25-25-1,-25 25 17</inkml:trace>
  <inkml:trace contextRef="#ctx0" brushRef="#br0" timeOffset="275329.5603">5730 16768 0,'99'-25'47,"-49"25"-32,0 0-15,-1 0 16,1 0-1,-1 0 1,-24 0-16,25 0 16,-25 0-1,0 0 1,24 25-16,-24-25 16,25 25-1,-26 0 1,1-1 15,0-24-31,-25 25 16,0 0 46,0 0-31,0 0-31,0-1 16,-25 1-16,-24 0 16,-1 0-1,-24 0 1,49-25 0,0 0-16,-25 0 15,1 0 1,-1 0-1,0 0 1,1 0 0,-1 0-16,-24 0 15,24 0 1,-24-25-16,49 0 16,0 0-1,-24 25 1,49-25 15,0 1 16,0-1-16,0 0-15,0 0 15,0 0 32,24 25-48,51-24 1,-26-1-16,26 25 15,-1-25 1,-24 25 0,-25 0-1,-1 0-15</inkml:trace>
  <inkml:trace contextRef="#ctx0" brushRef="#br0" timeOffset="279464.4525">13048 15280 0,'0'24'172,"-25"1"-172,25 25 16,-50 0-1,25 24 1,-49 25-16,24-49 15,26 24 1,-26-24 0,25-1-1,0 1 1,1-25-16,-1 24 16,0-49-1,25 25 1,-25 0 15,0 25-15,1-50-1,-1 24 17,25 1-17,-25 0-15,25 0 16,-25 0-1,25-1 1,-25-24 15,25 50-15,-25 0 15,1-50-31,24 24 16</inkml:trace>
  <inkml:trace contextRef="#ctx0" brushRef="#br0" timeOffset="280986.4241">13072 15329 0,'0'75'31,"0"49"-16,0-75 1,25-24 0,-25 25-1,0-25 1,25 24 0,-25-24-16,0 0 15,0 0 1,25-1-1,-25 1 1,0 25-16,0-25 31,0-1-15,0 1 0,25 0-1,-25 0 1,0 0 15,24-25-31,-24 24 16,0 1-1,0 0 17,0 0-17,25-25 32,-25 25 0,25-25-47</inkml:trace>
  <inkml:trace contextRef="#ctx0" brushRef="#br0" timeOffset="282590.3093">12229 16594 0,'0'0'0,"0"-24"15,0-1 48,0 0-47,0 0-16,0 0 46,25 1-14,24-1-1,1 25-15,-25 0-1,0 0-15,-1 0 16,1 0-1,0 0 1,0 0 0,0 0-1,0 25 1,-1-1 15,-24 1-15,25-25-1,-25 25 1,25 0-16,0-25 31,-25 25-15,0-1 15,0 1-15,0 0-1,0 0-15,0 0 32,0-1-17,-25-24 1,0 25 0,0-25-1,1 0-15,-26 0 16,25 0-1,0 0-15,0 0 16,1 0 0,-1 0-1,0-25 17,-25 1-1,50-1-16,-24 0 1,24 0-16,-25 0 16,0 25-1,25-49 1,0 24 0,0 0 30</inkml:trace>
  <inkml:trace contextRef="#ctx0" brushRef="#br0" timeOffset="284630.1042">13023 16421 0,'0'-25'63,"0"0"-63,25 25 15,-25-25 1,24 25-1,-24-25 1,25 25 0,0 0-1,0 0 1,0 0 0,-1 0-1,1 0-15,0 0 16,0 0 15,0 0-15,-1 0-1,1 0 17,0 0-1,-25 25-16,25-25 1,-25 25 15,25-25-15,-25 25-16,0 0 31,0 0 0,0-1 1,0 1-17,0 0 1,0 0 15,-25-25 16,25 25-31,-25-25-1,-25 0-15,26 24 32,-26-24-17,0 0 1,26 0 15,-1 0-15,0 0-1,0 0 1,0-24 0,1 24-1,24-25 16,-25 25-15,0-25 15,25 0 1,0 0-1,0 1 16,0-1-32,25 0-15,-25 0 16,25 25 0</inkml:trace>
  <inkml:trace contextRef="#ctx0" brushRef="#br0" timeOffset="287349.6221">4217 17711 0,'-25'0'110,"25"24"-95,-49-24-15,-1 50 16,-49 0 0,49-50-1,1 49 1,-1-49 0,0 0-1,50 25 141,25 0-124,99 24-17,-49-24-15,-1 0 16,-24 0 0,24-25-1,-74 25 1,25-25-16</inkml:trace>
  <inkml:trace contextRef="#ctx0" brushRef="#br0" timeOffset="288623.5688">3944 17909 0,'25'0'157,"50"0"-157,-1 0 15,0 0 1,26 0-1,24 0 1,-25 0-16,0 0 16,0 0-1,0 0 1,1 0-16,49 0 16,-50 0-1,25 0 1,25 25-1,-25-25 1,0 0-16,-25 0 16,25 25-1,-25-25 1,75 24 0,-125-24-16,-49 25 15,25-25 1,0 0 15,25 0 0,-26 0-15,1 0 0</inkml:trace>
  <inkml:trace contextRef="#ctx0" brushRef="#br0" timeOffset="292744.8773">6574 17785 0,'24'25'156,"-24"0"-156,0-1 16,25 26 0,-25-25-16,25 0 15,-25-1 1,0 1 15,0 0-15,0 0-1,0 0 32,0-50 156,0-25-187,0 25 0,0 1-16,25-1 78,0 0-63,-25 0 1,24 25 0,1 0-1,0 0 32,0 0-31,0 0 15,-1 0 0,1 25 0,-25 0-15,0 0 0,0-1-1,0 1 1,25-25 31,-25 25-16,25-25 94,0 0-94,-1 0 1,-24-25-17,0 0 16,25 25-15,-25-24-16,0-1 16,25 0 93,-25 0-93,0 50 296,0 0-296,0 0 15,0-1-31,0 1 16,0 0 46,25-25-15,0 0-31,-1 0-1,1 0 1,0 0 15,-25-25 79,0-24-95,0 24 32,-25 25 62,25-25-93,-25 25 0,1 0 62,-1 0-47,0 0 0</inkml:trace>
  <inkml:trace contextRef="#ctx0" brushRef="#br0" timeOffset="293323.5078">7343 17959 0</inkml:trace>
  <inkml:trace contextRef="#ctx0" brushRef="#br0" timeOffset="295843.8369">7839 17959 0,'0'24'47,"-25"1"-32,0 0 1,0 25-16,25-26 47,0 1 0,25-25 0,0 0-32,0 0 1,-1 0 0,1 0 15,-25-74 47,0 24-62,0 1-1,25 49 298,25 0-298,-26 0 1,76-50 0,-76 50-1,1-50 1,0 1-16,0-1 15,-25 25 32,0 1-47,0-26 47,-25 0-31,0 50-1,0-24 1,25-1 0,-24 25 46,-1 0-31,0 0-15,0 0-16,0 0 31,25 25 47,0 24-62,0 26-16,0-1 16,0 50-1,50-74 1,-25 24 0,0-49-16,24 49 15,-49-49 1,0 0-1,25 24-15,-25-24 32,0 25-1,0-25-15,0-1 15,0 1 16,-25-25-16,0 0 0,1 0-31,-1-25 78,25 1-78,-25-26 16,25 25 46,0 0-30,0 1-1,0-1-31,25 25 16,0-25-1,-1 25 1,1 0-1,0-25 1,-25 0 0</inkml:trace>
  <inkml:trace contextRef="#ctx0" brushRef="#br0" timeOffset="298063.2655">8508 17512 0,'0'25'63,"0"0"-63,0 0 15,0-1 1,0 1-1,0 0 1,0 74 0,0-49-1,0-25-15,0-1 16,0 1 0,0 0-1,0 0 16,25-25-15,-25 25 0,0-1-1,25-24-15,0 0 32,0 0-17,-1 25 1,1-25 31,0 0-32,0 0 17,0 0-17,-1 0 1,1 0 15,0 0-15,-25-25 31,0 1-16,0-26-16,0 25-15,25 25 16,-25-99 109,0 25-109,0 49-16,-25 0 15,0 25 95,0 0-79,1 0-15,24 25 15,-25 0-16,25-1 1,0 1-16,0 25 16,0-25-1,0 24 1,0-24-16,0 0 31,0 24-31,25-49 16,-1 50-1,26-50 17,-25 0-17,0 25 1,-1-25 0,1 0-1,25 0-15,-25 0 16,24-25 265,-49 0-265,50 0-1</inkml:trace>
  <inkml:trace contextRef="#ctx0" brushRef="#br0" timeOffset="299793.5128">9104 17760 0,'-25'0'140,"0"0"-124,0 25 15,25 0-15,0 24 62,0-24-63,0 0 32,0 0 0,0 0-31,0-1-1,25-24 79,0 0-78,-25-74 62,0 24-62,0 26-1,0-1 16,0 50 235,25-1-250,-25 1-1,24 0 1,1 0 0,-25 0 30,25-1-30,0-24 15,-25 25-15</inkml:trace>
  <inkml:trace contextRef="#ctx0" brushRef="#br0" timeOffset="303541.5386">9252 17760 0,'0'50'93,"25"-1"-93,-25 1 16,25-25 0,-25 0-1,25-1 1,-25 1 15,0 0-15,0 0-1,25-25 204,0-25-188,-25 0-15,24 0 15,-24 1-31,25 24 32,-25-25 30,0-25-31,25-24-15,-25 49 0,25 25 280,-25 25-280,25 0-16,-1-25 31,-24 24-15,25-24 15,0 0 0,0 0-15,0 0 15,-1 0 16,26-24-16,-25-1 1,-25 0 218,-25 25-250,0 0 15,0 0 32,1 0 31,-1 0-46,0 0-1,25 25 0,0 0-15,0-1-1,0 1 17,0 0-17,0 0 32,0 0-31,25-25 15,0 0 16,-25 24-16,24-24-31,1 0 16,0 0-1,0 0 17,0 0-17,-1 0 1,1 0-1,-25-49 1,25 49-16,-25-25 16,25 0-1,-25 0 17,25-24 14,-25-1-30,0 25 15,0 75 251,0-25-267,0 0 16,0-1 16,24-24 16,-24 25-48,0 0 48,0 0-32,0 0 16,0-1 0</inkml:trace>
  <inkml:trace contextRef="#ctx0" brushRef="#br0" timeOffset="304633.6394">10170 17884 0,'-25'0'31,"50"0"110,25 0-126,24-25-15,1 25 16,-26 0 0,26 0-1,-50 0 1</inkml:trace>
  <inkml:trace contextRef="#ctx0" brushRef="#br0" timeOffset="306380.2731">10220 18033 0,'25'0'141,"-1"0"-126,1 0-15,0 0 31,0 0-15,0 0 406,0 0-391</inkml:trace>
  <inkml:trace contextRef="#ctx0" brushRef="#br0" timeOffset="308466.8004">10592 17835 0,'-74'0'125,"24"0"-109,25 0 0,-24 0 46,49 24-62,-25-24 16,-25 0-1,0 25 1,50 0 0,-24-25-1,-26 0 63,25 25-78,-24 0 16,24-1 93,0-24-62,0 0-47,25 25 63,25-25 109,0 0-157,0 0 1,-1 25-1,26-25 1,-25 0 0,0 0-1,24 0 1,1 0 15,-25 0-15,0 0-1,-1 0 1,1 0 0,0 0 15,0 0-15,0 0-1,-1 0 1,26 0 78,-25 25-94,24-25 31,-24 0-16,0 0-15</inkml:trace>
  <inkml:trace contextRef="#ctx0" brushRef="#br0" timeOffset="309664.1513">10170 18182 0,'25'0'187,"0"25"-171,24-25-16,1 0 15,0 24 1,-1 1 0,-24 0-16,25-25 15,-25 0 16,-1 0-31,1 25 16,0-25 0,0 0-1</inkml:trace>
  <inkml:trace contextRef="#ctx0" brushRef="#br0" timeOffset="311227.7935">10939 17983 0,'-25'0'31,"1"0"16,24-24 15,0-1-46,0 0 0,0 0 15,0 0-16,24 25 32,26 0-15,0 0-17,-26 0 1,1 0-1,0 0 1,0 25-16,0 0 16,-25 0-1,0 0 17,0-1-17,0 1 1,0 25-16,0-25 15,-25-1 1,25 1 0,-25-25-1,0 25 17,0 0-17,25 0 1,-24-25 31,-1 0 31,50 0 16,24 0-79,-24 0-15,49 0 16,-49 0-1,25 0 1,-25 0 0,-25 24 15</inkml:trace>
  <inkml:trace contextRef="#ctx0" brushRef="#br0" timeOffset="312957.9463">11237 17735 0,'0'0'0,"0"-49"78,0 24-46,25 25-17,-1 0 1,1 0 0,0 0-1,0 0 16,-25 25 32,0 0-32,0-1-15,0 1 46,-25-25-15,50 0 141,0 0-157,0 0 16,-1 25 15,-24 0-15,0 0-31,-49-1 31,24-24-32,0 0 48,-25 0-48</inkml:trace>
  <inkml:trace contextRef="#ctx0" brushRef="#br0" timeOffset="315416.7013">11683 18033 0,'25'25'93,"25"0"-77,-1-25-16,51 24 16,48 1-1,76-25 1,49 0-16,74 0 15,99 0 1,26 0 0,24 0-16,-174 0 15,-24 0 1,-149 0 0,-1 25-1,-98 0-15,0-25 16,24 0 265,-24 0-265,49 0-1,75 0 1,-26 0 0,100 0-16,-49 0 15,-26 0 1,26 0-1,-50 0 1,24 0 0,-49 0-16,25-25 15,149 25 1,-224 0 0,1 0-1,-1 0-15,1 0 16,-26 0-1,1-25 1,24 25-16,1 0 16,-26 0-1,-24-25 1,0 25 0,0 0 46,-50-24 110,0 24-156,-25 0-1,50-25 1,-49 25-16,-1 0 15,25-25 17,25 0-17,-49 25 1,24-25 0,0 1-1,-49-1 1,24 0-16,25 25 15,1 0 1,73 0 125,1 0-141,49 50 15,-25-50 1,-24 24 0,-50 1-1,25-25 1,0 0-16,-25 25 31,0 25 63,-25-1-79,-25 26 1,-49 49 0,-25-25-16,25-25 15,99-49 1,0 0 0</inkml:trace>
  <inkml:trace contextRef="#ctx0" brushRef="#br0" timeOffset="317935.6388">19323 16545 0,'50'0'94,"49"0"-94,0 0 16,-24 0-1,24 0 1,-25 0 0,1 0-1,-1 0-15,1 0 16,-51 0 0,1 0-16,-74-75 171,-1 75-155,25 0 0,-24-49 77,-1 49-77,25-25 15,75 25 126,-1 0-142,-24 0 1,25 0-1,-25 0 1,-25 25 15,24-25-31,-24 25 16,25-25 0,-25 24 15,-25 26 0,1-25-31,-1 0 16,-25-25-1,25 24 1,1 1-16,-1 0 109,25 0-93,-25-25 0,25 25-1</inkml:trace>
  <inkml:trace contextRef="#ctx0" brushRef="#br0" timeOffset="319439.2579">20315 16297 0,'0'24'109,"0"51"-93,0-1-1,0-24 1,0-25 0,0 0-1,0-1-15,0 26 32,0-25-17,0 0 1,0-1 78,25-24 77,0 0-155,25 0 0,-1 0-1,1 0 1,-25 0 0,-1 0-1</inkml:trace>
  <inkml:trace contextRef="#ctx0" brushRef="#br0" timeOffset="321916.8875">20712 16371 0,'0'-25'78,"25"0"-63,-25 1 1,25-1 15,0 25-15,-1 0-1,1 0 17,25 0-1,-25 25-15,-25-1 30,0 1-30,0 0 0,0 25-1,0-25 17,-50-25-17,25 24-15,0-24 16,1 25-1,-1-25 1,0 0 0,50 0 140,0 0-109,-1 0 0,1 0-32,0 0 1,0 0 31,-25 25-47,25-25 62,-25 25 16,0 0-62,0-1 93,0 1-62,-25-25-15,25 25-17,-25-25 1,0 0-1,0 0 32,1 0-15,-1 0-17,0 0 16,0 0 63,0 0-63,1 0 32,24-25-1</inkml:trace>
  <inkml:trace contextRef="#ctx0" brushRef="#br0" timeOffset="351124.4767">6127 15875 0,'-25'0'32,"0"0"-17,1 0 1,-26 0 15,25 0 0,-24 0-31,-1 0 16,0 0 0,-24 0-1,0 0-15,-26 0 16,-48 25-1,48 0 1,1-25-16,-25 24 16,50 1-1,-1-25-15,1 0 16,24 25 0,-24 0-1,24-25-15,1 25 16,-1-25-1,25 0 1,0 0 0,-24 0-16,24 24 15,-25-24 1,1 0 0,-1 25-1,1-25-15,-1 0 16,0 25-1,-24-25 1,24 25-16,-24 0 16,24-1-1,1 26 1,-1-50-16,0 74 16,1-74-1,-1 50 1,1-25-1,-1 0 1,0 0-16,1-1 16,-1 1-1,25 0 1,-24 25-16,24-26 16,0 26-1,0-25 1,1 24-16,-1 26 15,25-50 1,0-1 0,0 1-1,0 50 1,0-51-16,0 1 16,0 0 15,0 0 0,0 0-15,0-1-16,25 1 15,-1 0 1,26 0 0,0 0-1,24-25-15,0 49 16,1-49-1,-26 25 1,1-25 0,0 25-1,-1-25-15,1 25 16,24-1 0,-24-24-1,-25 0-15,24 0 16,1 25-1,-25-25-15,24 0 16,1 0 0,0 25-1,-1-25 1,-24 25-16,25-25 16,-1 0-1,1 25 1,-1-25-1,1 49-15,0-49 16,24 25 0,-24-25-1,-26 50 1,26-50-16,-25 25 16,0-1-1,24 1 1,1 0-16,0 0 15,-1-25 1,1 25 0,24-1-16,1 1 15,-26-25 1,1 25 0,-1 0-1,26 0-15,-1-25 16,1 0-1,-1 0 1,0 0 0,1 24-16,-1-24 15,-49 0 1,25 0 0,-1 0-16,1-24 15,0-1 1,-26-25-1,26 25 1,-25 25 0,0-49-16,-1 24 15,1-25 1,0 1-16,-25 24 31,25 25 0,-25-25-31,0-49 16,0 49 0,0-50-1,25-49 1,-1 50-16,-24 24 16,0 26-1,0-1 16,0 0 1,0-99-17,0 74 1,0 1 0,0 24 15,0 0-16,0-24 1,0-26 0,0 26-1,-24-26 1,-1 75 0,25-25-16,-25-24 46,0-1-30,0 25 0,-24-24-1,49-1 1,-50 25 0,25 0-16,1 1 15,-1-1 16,0 0-15,0 0-16,25 0 16,-50 25-1,1-24 1,49-1 0,-25 25 15,25-25-31,-25 25 15,25-25 32,-25 25 0,1 0 78,24-25-94,0 1 63,-25 24-78,25-25 62,-25 25-16,25-25-30</inkml:trace>
  <inkml:trace contextRef="#ctx0" brushRef="#br0" timeOffset="352341.5635">2778 16346 0,'50'0'125,"0"25"-109,-1 25-16,1-50 16,0 25-1,49 24 1,-50-49 0,1 50-1,-25-25-15,0-25 16,-1 0-1</inkml:trace>
  <inkml:trace contextRef="#ctx0" brushRef="#br0" timeOffset="353224.5148">3200 16222 0,'0'0'0,"-49"25"15,24 49 1,-25 1 0,1 24-16,-26 0 15,25-49 1,26-25 0,-1 0 15</inkml:trace>
  <inkml:trace contextRef="#ctx0" brushRef="#br0" timeOffset="358151.675">13320 15304 0,'-24'0'125,"-1"0"-125,0-24 15,0-1 1,0 25 0,1 0 15,-1 0 0,0 0-15,0 0-1,0 0 1,1 0-16,-26 0 16,25 0 15,-24 0-31,24 0 16,0 0-1,0 0 1,0 25-1,-24-25-15,24 24 16,0 1 0,-24 0-1,-1-25 1,25 25-16,-24 0 16,-1 0-1,25-1 1,-25-24-16,50 25 15,-24 0 1,-1 0 15,0 24-15,0-24 15,25 25-31,0-25 16,-25 24-1,1 1 1,24-1 0,-25-24-16,25 25 15,0-1 1,-25 1 0,0 0-1,25-26-15,0 26 16,0-25-1,0 0 1,-25 24-16,25-24 31,0 0-15,0 0 0,0-1-16,0 1 15,0 0 1,0 0-1,0 0 1,0 0-16,0-1 16,0 1 15,0 0-15,0 0 15,0 0-16,0-1-15,25 1 16,-25 25 15,25-50-15,-25 25-16,50-25 16,-50 49-1,24-49 1,1 25-1,0 0 17,-25 0-32,25-25 15,24 24 1,-24 1 15,25-25-15,-25 0-1,0 25 1,-1-25-16,1 0 16,25 0 15,-25 0-15,24 0-1,-24 0 1,25 0-1,-26 0-15,1 0 16,25 0 0,-25 0-1,-1 0 1,1 0-16,25 0 31,-25-25 0,24 25-15,1-25 0,-50 1-1,25 24 1,-1-25 0,1 0 15,0 25-16,-25-25 1,25 0 15,-25 1-15,25 24 0,-25-25-1,24 0 1,1 0-16,0 0 31,-25 1-15,25 24-16,0-25 15,-25-25 17,24 50-17,-24-49 63,25 24-62,0-50 0,-25 50 15,25-24 0,-25-1-15,25 50-1,-25-25 1,0-24 0,0 24 15,0-25-16,0 1-15,0-1 16,0 25 0,-25-24-1,25 24 1,-25 25 0,25-25-1,-25-24 1,0-1-1,1 0 1,-1 26-16,0-1 16,25 0 15,-25-25 31,0-24-46,25 49 15,0 0 47,-49-24-46,49 24-17,-25-25 1,0 50-16,25-25 16</inkml:trace>
  <inkml:trace contextRef="#ctx0" brushRef="#br0" timeOffset="359297.897">13122 16966 0,'0'25'78,"0"0"-62,50 0 15,-1 24-31,-24-24 16,25 25-1,-26-25 1,1-25 0,-25 24-1</inkml:trace>
  <inkml:trace contextRef="#ctx0" brushRef="#br0" timeOffset="360485.9322">13345 16917 0,'-25'25'140,"1"-1"-124,-1 26 0,-25-25-1,50 24-15,-49-24 16,49 0 0,0 0-1,-25-25 1,25 25-16,-25-25 156,25 24-31,-25-24-109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3T05:12:17.7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3349 3969 0,'0'0'0,"-25"0"62,50 25 63,0-1-109,0 1-1,-1 25-15,1-25 16,-25-1 0,25 1-1,-25 0 1,0 0 0,0 24 15,0 26 0,0-50 0,0-1-15,0 1 15,0-50 125,0 1-140,0-1 0,0-25 15,0 25-31,0-24 16,50-1-1,-50 1 1,24-26-1,-24 50 1,25 1 15,-25-1-15,50 25 0,-50-50-1,25 50 1,-25-25-16,24 25 31,1 0 16,0 0-31,0 0-1,0 0 16,-1 0 1,-24 25-17,25 0 1,-25 0 0,0 0-1,0-1 1,0 1 15,-49-25 78,24 0-93,0 0 31,25-25 15,0 1-15,0-1 94,25 25-110,-25-25 0,25 25-15,-1 0 47</inkml:trace>
  <inkml:trace contextRef="#ctx0" brushRef="#br0" timeOffset="6143.8039">18579 4713 0,'25'0'266,"49"0"-251,1 0 1,24 0-16,75 0 16,-50 0-1,74 0-15,-49 0 16,49 0-1,-24 0 1,24 0 0,-74 0-1,0 0-15,100 0 32,-26 0-1,-99 0-31,-24-25 15,24 25 1,-25 0-16,1-25 16,-1 25-1,1 0 1,-26 0 0,-24 0-16,0 0 15,0 0 1,-1 0-1,26 0 17,-25 0-17,0 0 1,-1 0 0,1 0 15,0 0 31,0 0-46,0 0 15,-1 0-15,1 0-1,0 0 17,0 0-1,0 0-15,-50 0 171,-25 0-171,25 0-1,-49 0 1,24 25-16,1-25 16,-26 0-1,26 25 1,-50-25-1,-25 0 17,24 0-32,1 0 15,-50 25 1,50-25-16,-25 0 16,-25 0-1,50 0-15,0 0 16,0 0-1,-1 0 1,26 0 0,0 0-1,-51 0 17,26 0-17,50 0 1,-1 0-16,-24 0 15,-1 0 1,-24 0-16,49 0 16,-24 0-1,24 0 1,26 0 0,-26 0-1,25 0-15,0 0 16,1 0-1,-26 0 1,-49 0 15,24 0-15,50 0 0,1 0-1,-1 0 16,0 0-15,0 0 0,0 0 93,1 0-93,-1 0-1,50 0 79,24 0-78,125 0 15,148 0-15,-123-25-1,-1 25-15,1 0 16,-50 0-1,-1 0 1,-48 0-16,-26 0 16,0 0-1,26 0 1,-26 0 0,0 0-1,1 0-15,24 0 16,50 0 15,49 0 0,-148 0-15,24 0-16,-24 0 16,-25 0-1,0 0 1,-1 0-1,1 0 1,0 0 15,0 0-15,0 0 15,74 0-15,-74 0-1,24 0 17,-24 0-32,0 0 31,0 0-15,-1 0 93</inkml:trace>
  <inkml:trace contextRef="#ctx0" brushRef="#br0" timeOffset="51152.2472">720 6201 0,'49'0'188,"1"0"-157,-25-25-15,49 25-16,-49 0 15,25 0 1,-26 0 0,1 0-1,0 0-15,25 0 31,-26 0 1,1 0-32,0 0 15,0 0 1,0 0-16,24 0 16,-24 0 15,0 0-16,0 0 1,-1 0 0,1 0 15,-50 0 172,-74 0-172,25 0 1,24 0-32,1 0 15,-26 0 1,26 25-1,-1-25-15,25 0 16,-24 25 0,-1-25-1,25 0 1,0 0-16,-24 0 16,24 0 15,0 0-31,0 0 31,0 0 0,1 0 1,48 0 108,26 0-140,0 25 16,24-25-1,1 25 1,-1-25-16,0 24 16,1-24-1,-26 0 1,26 0 0,-50 0-16,-1 0 15,26 0 1,-25 0 15</inkml:trace>
  <inkml:trace contextRef="#ctx0" brushRef="#br0" timeOffset="57377.7438">2630 6152 0,'49'0'141,"1"0"-141,24 0 15,25 0 1,26 0-1,-1 0 1,-25 0-16,-50 0 16,1 0-1,-25 0 1</inkml:trace>
  <inkml:trace contextRef="#ctx0" brushRef="#br0" timeOffset="233224.2077">5011 9327 0,'0'24'78,"0"1"63,0 0-94,0-50 140,25 25-124,0 0-32,-25-25 0,24 25-31,26-49 32,-25 49-1,24-25 94,-24 25-110,-25 25 142,0 0-142,0-1 1,-25 1 0,25 0 15,0 0 0,0 0 0,-24-25 1,24 24 30,0 26 79</inkml:trace>
  <inkml:trace contextRef="#ctx0" brushRef="#br0" timeOffset="234285.1404">5284 9550 0,'0'-25'110,"0"0"-79,0 0-15,0-24 15,25 24 0,-1 0 47,-24 0-62</inkml:trace>
  <inkml:trace contextRef="#ctx0" brushRef="#br0" timeOffset="235936.9788">5309 9153 0,'24'0'94,"-24"25"-78,0 0 93,25-25-47,-25-25 251,25 0-266,0 25 31,0 0-16,-25 25 1,0 0-32,24-1 0,-24 1 16,0 0-31,0-50 78,-49 25-79</inkml:trace>
  <inkml:trace contextRef="#ctx0" brushRef="#br0" timeOffset="237076.3256">5581 9004 0,'-24'25'93,"24"25"-77,0-26-16,0 1 16,0 50-1,-25-51 1,25 1 0,0 0-1,0 0 16,0 0 1,0-1 15</inkml:trace>
  <inkml:trace contextRef="#ctx0" brushRef="#br0" timeOffset="238942.3378">5581 9178 0,'0'-25'109,"50"25"-78,-25-50-31,0 50 32,-1 0 77,-24 25-31,0 0-15,0 0-16,0 24-16,0-24 0,0 0 328,50-25-202,-50-25-142,25 25 32,0-25 78</inkml:trace>
  <inkml:trace contextRef="#ctx0" brushRef="#br0" timeOffset="241238.0604">5953 9376 0,'0'25'0,"-24"-25"78,24-25 15,0 0-77,0 1 0,24-1 31,1 25-32,25 0 16,-1 0-31,1 0 16,-25 0 0,0 0-1,24 0-15,-24 0 32,0-25 186,0 25-202,-25-25 0,0 0 62,0 50 156,25 0-203,-1-25-31,1 0 16,0 0 0,0 0-1,0 0 1,-1 0-1,26 0 17,-25 0-1,0 0-15,-1 0-1,-24 50 110,0-26-94</inkml:trace>
  <inkml:trace contextRef="#ctx0" brushRef="#br0" timeOffset="242829.2209">6400 9004 0,'25'0'110,"0"0"-95,24 25 17,-24-25-17,-25 25 188,0 0-187,-50-25 0,26 24-1,-1-24 16,25 25-31</inkml:trace>
  <inkml:trace contextRef="#ctx0" brushRef="#br0" timeOffset="243923.562">6425 9203 0,'25'0'47,"24"0"-16,-24 0 0,-25-25-15,25 25-16,0-25 31,-1 25 79</inkml:trace>
  <inkml:trace contextRef="#ctx0" brushRef="#br0" timeOffset="245485.0943">6598 8905 0,'50'0'63,"-50"49"-48,25-49 1,-25 25-1,0 0 32,0 0-15,0 0 14,25-75 158,-1 25-189,-24 0 1,25 25 109,0 0-94,0 0 47,-25 25-62,0 0-1,25-25-15,-25 25 32,0 0 15</inkml:trace>
  <inkml:trace contextRef="#ctx0" brushRef="#br0" timeOffset="246412.5307">6995 8905 0,'0'25'62,"0"-1"-46,0 26 0,-25-25-16,25 49 15,-24-49 1,24 0-1,-25 0-15,0 24 16,25-24 0,-25 25-1,25-25 17</inkml:trace>
  <inkml:trace contextRef="#ctx0" brushRef="#br0" timeOffset="248165.1291">7020 9178 0,'25'-50'187,"0"50"-171,-1-25 0,26 25-1,-25 0 32,0 0-16,-25 25-15,25 0 0,-25 0-1,0 0-15,0-1 63,0 1-63,0 0 31,0 0 78,24-25-15,1 0-63,0 0-15,25 0 62,-26 0-62,1 0-1</inkml:trace>
  <inkml:trace contextRef="#ctx0" brushRef="#br0" timeOffset="248997.5976">8186 9327 0,'25'0'78,"0"0"-63</inkml:trace>
  <inkml:trace contextRef="#ctx0" brushRef="#br0" timeOffset="249557.9156">9550 9203 0</inkml:trace>
  <inkml:trace contextRef="#ctx0" brushRef="#br0" timeOffset="250121.3397">10468 9178 0,'50'0'93,"98"0"-61,200 0-1,-224 0-15</inkml:trace>
  <inkml:trace contextRef="#ctx0" brushRef="#br0" timeOffset="252176.1789">13072 9178 0,'-24'0'15,"48"0"141,26 0-140,0 0 0,-1 0-1,1-25-15,-25 25 16,-25 25 250,-25 24-235,0-24-16,25 0 1,-25-25 78</inkml:trace>
  <inkml:trace contextRef="#ctx0" brushRef="#br0" timeOffset="253593.4923">13345 9302 0,'0'-50'235,"25"50"-220,0-49-15,0 49 32,-25-25-17</inkml:trace>
  <inkml:trace contextRef="#ctx0" brushRef="#br0" timeOffset="255426.9892">13469 9029 0,'25'0'47,"0"0"-15,0 0-17,-25 25 16,0 0 48,0-1-79,0 1 31,0-50 219,0 1-235,0-1 32,25 0 31,-1 25-78,1 0 47,0 0 31,0 0-46,-25 25-1,0 0 31</inkml:trace>
  <inkml:trace contextRef="#ctx0" brushRef="#br0" timeOffset="256490.039">13841 8905 0,'0'49'63,"0"-24"-48,0 25 1,0-25 31,0 0-47,0 24 31,-24 1 0,-1-25 94,25-1-94</inkml:trace>
  <inkml:trace contextRef="#ctx0" brushRef="#br0" timeOffset="258875.1134">13965 9128 0,'-24'-49'16,"-1"24"15,25 0 125,0 0-156,25 25 94,-1 0-78,26 0-1,-25 0 1,-25 25 78,0 0-63,0 0 0,0-1 0,0 1 79,0 0-79,0 0 16,0 0-32,-25-25 17,25 24 15,25-24 515,24 0-531,-24 0 1,0-24-17,25 24 16,-26 0-15,1 0 0,0 0 46,0-25-31,0 25-15,-1 0 0</inkml:trace>
  <inkml:trace contextRef="#ctx0" brushRef="#br0" timeOffset="273436.8468">5408 11881 0,'-25'0'125,"0"50"-93,0-25-17,1 0 1,-1-1 0,0-24 46,25 25-46,0 0-1,-25-25 17,50 0 124,0 0-141,99 50 17,-99-50-1,-1 0-31,-24 24 62</inkml:trace>
  <inkml:trace contextRef="#ctx0" brushRef="#br0" timeOffset="276154.9658">5284 11981 0,'25'0'672,"24"0"-657,100 0 1,-75-25-1,1 0 1,-1 25 0,1 0-1,-1 0-15,-24 0 16,24 0 0,-24 0-1,24 0-15,1 0 16,-1 0-1,0 0 1,1 0 15,-1 0-15,-24 0 281,-1 0-282,100 0 1,-74 0 0,49 0-16,149-50 31,-25 50 0,-174 0-31,0 0 16,-49 0-1,25 0 1,-25 0 0,24 0-16,1 0 15,-1 0 1,1 0 0,-25 0-1,0 0 32,24 0 125</inkml:trace>
  <inkml:trace contextRef="#ctx0" brushRef="#br0" timeOffset="277694.3333">8136 11708 0,'25'25'109,"-25"-1"-93,25 1-16,-25 0 15,25 0 1,-25 0 78,0-50 124,0 0-186,25 0-17,-1 0 16,1 25 63,0 0-47,0 0 0,-25 50-16,25-50-31,-25 25 31,0 0 32</inkml:trace>
  <inkml:trace contextRef="#ctx0" brushRef="#br0" timeOffset="278835.4505">8608 11683 0,'0'25'140,"0"0"-124,0-1-16,-25 26 31,0-25-31,0 0 16,0 24 0,25-24-1,0 0 1,-24-25-1,24 25 1,0-1 15,-25-24 1,25 25 14</inkml:trace>
  <inkml:trace contextRef="#ctx0" brushRef="#br0" timeOffset="280953.7476">8657 11906 0,'0'-25'110,"0"1"-79,25 24 16,0 0-16,0 0 110,-1 0-48,-24 24-61,0 1 15,0 0 46,0 0-46,0 0 0,0-1 0,-24-24 31,24 25-62,-25-25 15,0 25 31,50-25 251,24 0-297,26 0 15,-50 0-16,-1 0 110</inkml:trace>
  <inkml:trace contextRef="#ctx0" brushRef="#br0" timeOffset="290555.1742">9252 11956 0,'25'0'187,"0"0"-171,0 0 77,0 0-30,-25-25 78,0 0-63,-25 25 62,0 0-77,0 0-16,0 0 15,1 0-46,24 25 15,0 0 32,0 0-48,0-1 16,0 1 1,0 0-1,24 0-15,1-25 46,0 0-15,0 0-31,0 0-1,-25-25 1,25 25-1,-25-25 17,0-24 15,24 49-32,-24-25 1,0 0 15,0 0-15,0 0-1,0 1 1,0-1 15,0 0 16,0 0-31,0 0-1,0 100 282,0-50-281,0-1-1,0 26-15,0-25 47,0 24-31,0-24 31,25-25-47,-25 25 47,25-25-16,-25 25-15,25 0-1,0-25 32,-1 0-31,1 0-1,0 0 1,0 0 46,-25-25-15,0 0-31,0 0 15,25 0-15,-25 1 31,0-1-32,0 0 17,0 0-1,0 0 31,-25 25-15,0 0 0,0 0-16,25 50 16,-25-50-31,25 25-1,0 0 1,0-1-16,0 1 47,0 0 0,25-25-16,0 0 0,0 0-15,0 0 0,-1 0-1,1 0 1,0 0-1,0 0 1,0 0 0,-1 0 31,1 0 78</inkml:trace>
  <inkml:trace contextRef="#ctx0" brushRef="#br0" timeOffset="293722.8701">9773 11881 0,'0'50'141,"0"-25"-110,0 0-16,0-1 48,0-48 140,0-1-187,0 0-1,0 0 17,25 25-17,0-25-15,0 1 31,24 24 79,-24 0-95,0 49 32,-25 1-31,0-25 0,25-25 234,-25-25-235,49 0 48,-24-25-32,0 50 0,25 0 32,-50 25-32,0 0-15,24-25-16,-24 25 46,0 0-14,25-25 93,0 0-110,25 0 17,-26 0-1,1 0-31,0 0 31,0-50 172,-25 25-203,0 0 125,-25 25 16,0 0-110,0 0 16,25 25 15,-24-25-46,24 25 0,0 0-1,0 0 48,0-1-32,24 1 32,1-25-32,-25 25-16,25-25 1,0 0 15,0 0 47,0 0-46,24 0-32</inkml:trace>
  <inkml:trace contextRef="#ctx0" brushRef="#br0" timeOffset="298650.8273">10468 11906 0,'0'25'172,"0"0"-157,25 0 16,-25-1 32,0 1 15,0-50 125,0-24-172,25 49 1,-1 0 46,1 0-78,-25-25 15,25 25 48,0 0-1,-25 25-30,0 0-17,25-25 1,-25 24-16,0 1 47,24-25 31,1 0-16,0 0-30,0-25-1,-25 1 0,25-1 0,-25 0 16,0 0-47,0 0 16,0 1 0,0-1 77,0 0-61,0-25-17,-25 50 16,25-24-31,-25-26 94,25 25-63,-25 25 16,25 25 172,0 0-203,0 0-1,0-1-15,25 1 32,-25 0-17,25 0 32,0-25-16,-25 25-15,24-25-16,-24 24 16,25 1-1,0 0 16,0-25 16,-50 0 266,-25 0-298,50-25 1,-24 25 0,-1 0 31,0 0 31,0 0-63,0 0 32,25-25 188,25 25-220,25 0 1,24-24-16,1-1 15,24 0 17,-74 25-1,-50 0 235,0 0-251,25 25 1,0 0 78,0-1-16,25-24 0,0 0-47,-25 25 0,0 0 16,0 0 16,0 0-32,0-1 125,-25-24-156,0 0 31,0 0 48,0 0-48</inkml:trace>
  <inkml:trace contextRef="#ctx0" brushRef="#br0" timeOffset="301916.889">11187 11906 0,'25'0'187,"25"0"-187,49 0 16,0 0-1,25-25 1,199 25 15,-26 0-15,-148 0-1,-25 0-15,-49-24 16,-1 24 0,-49 0-1,24 0-15,-24 0 32,0 0 202,49-25-218,26 25-16,48 0 15,175 0 16,173 0 1,-372 0-17,-25 0 1,0 0-16,25 0 16,-24 0-1,-26 0 1,1 0-1,-51 0-15,1 0 32,-50 0 233,25-25-233,-24 25-17,-26-25 63,0 0-62,25 1 0,1 24 15,-1 0 0,50 0 203,24 0-218,-24 0 0,0 0-1,0 24 110,0-24-93,-1 25 46,1-25-47,0 25 0,0-25-15,-25 25 218,-75 0-234,1-1 16,-50 26-1,49 0 1,26-26 0,24-24-16,0 0 15</inkml:trace>
  <inkml:trace contextRef="#ctx0" brushRef="#br0" timeOffset="305416.9644">4763 9971 0,'-25'0'32,"25"-49"-1,0 24-16,0 0 17,0 0-17,0 1 32,0-1-16,25 0 1,0 0-1,-1 0-31,1 25 31,-25-24-15,25 24-16,0-25 31,0 25-15,-1 0-1,1 0 1,0 0 0,25-25-1,-25 25 16,-1 0 16,1 0-15,0 0-17,0 0 32,0 25-47,-1 0 31,1-25-15,-25 24 15,0 1-15,25-25-16,-25 25 15,0 0 1,25-25 15,-25 25-31,25-1 16,-25 1 15,24 0-15,-24 25 15,0-26 0,0 1 1,0 0-1,0 0 0,0 0 16,0 0-16,-24-25 0,-1 0-31,0 0 47,0 0-15,0 0 61,1 0-61,-1 24-32,25 1 31,-25-25 16,0 0-32,0 25 1,-24-25 0,24 0-1,0 0 32,0 0-31,0 0-1,1 0 1,-1 0 0,0 0 30,0 0-46,0 0 32,-24-25-1,24 0-15,-25-24 15,50 24-16,-24-25-15,-1 25 16,25 1 0,0-1-1,0 0 95,0 0-17,25 25-77</inkml:trace>
  <inkml:trace contextRef="#ctx0" brushRef="#br0" timeOffset="307199.1092">5408 10319 0,'74'0'172,"199"0"-141,-99-25-31,24 25 16,25-25-16,-99 25 15,-24 0 1,-26 0 0,0 0-1,-24 0-15,24 0 16,-24 0 0,0 0-1,24 0-15,0 0 47,-24 0-31,-25 0-16,0 0 15,0 0 1,-1 0 15</inkml:trace>
  <inkml:trace contextRef="#ctx0" brushRef="#br0" timeOffset="309202.0628">7392 10319 0,'50'0'62,"-25"0"-30,24 0-32,26 0 0,-1 0 15,0 0 1,26 0 0,-26 0-1,50 0-15,-25 0 16,1 0-1,-26 0 1,-24 0 0,24 0-16,0 0 31,-49 0 0,0 0-31,0 0 78,0 0-78,-1 0 16,1 0 0,0-25-1,0 25 1,0 0 15,49-25 0,-49 25 1,0 0 14,-1 0-30,1 0 0,0 0-16,0-25 93,0 25-77</inkml:trace>
  <inkml:trace contextRef="#ctx0" brushRef="#br0" timeOffset="311975.1148">11187 10368 0,'25'0'94,"0"0"-78,0 0-1,49 0-15,25 0 16,1 0 0,24 0-1,-50 0 1,25 0-16,-24 0 16,24 0-1,99 50 16,-24-50-15,-100 0 0,-24 0-16,0 0 15,-26 0 313,51 0-296,49 0-17,-50 0 1,1 0-16,-1 0 16,0-25-1,1 25 1,-1-25-16,-24 25 15,-1-24 1,1 24 0,24 0-1,-24 0-15,-25 0 16,49 0 0,50 0 15,50-25 0,-124 0-31,-26 25 16,1 0-1,25 0 1,-25 0 0,-1 0-1,51-25-15,-50 0 31,-1 25-15,1 0 0,0 0 15,0 0-15,0 0-16,-1 0 62,1 0 63,0 0-109,0 0-1,0 0-15,-1 0 157,1 0-126,0 0-31,0 0 47</inkml:trace>
  <inkml:trace contextRef="#ctx0" brushRef="#br0" timeOffset="343411.9148">3696 17587 0,'25'0'110,"25"-25"-95,24 25 1,25 0-16,-24 0 15,49 0 1,-25 0-16,25 0 16,-25 0-1,50 0 1,-50 0-16,0 0 16,25 25-1,-24-25 1,98 0 15,-24 0 0,-125 0-31,1 0 0,0 0 16,-26 0 0,26 0-1,24 0 1,1 24-16,-1-24 15,25 0 1,1 0 0,-26 0-1,50 0-15,0 0 16,149 0 15,-223 0 0,-26 0-31,26 0 16</inkml:trace>
  <inkml:trace contextRef="#ctx0" brushRef="#br0" timeOffset="345391.081">3647 16073 0,'0'0'0,"24"0"63,26 0-48,0 0-15,24 0 16,25 0 0,-24 0-1,24 0 1,0 0 0,25 0-1,124 0 1,50 0 15,-100 0-15,50 0-16,-24 0 15,-1 0-15,-25 0 16,50 0 0,-99 0-1,50 0 1,-26 0-16,1 0 15,-25 0 1,24 0 0,-24 0-1,-25 0-15,99 0 32,-173 0-17,-25 0 1,0 0 249,-1 25-249,26-25 0,0 0-1,-1 0 1,50 0 0,75 0 15,-124 0-16,-1 0 1,-24 0 0,0 0-16</inkml:trace>
  <inkml:trace contextRef="#ctx0" brushRef="#br0" timeOffset="346998.971">3895 17785 0,'-25'0'31,"0"0"-15,25-25 93,74 25-93,1 0-1,24 0 1,25 0-16,0 0 16,50 0-1,24 0 1,-24 0 0,24 0-16,1 0 15,198 0 16,-100 0 1,-198 0-32,50 0 15,-25 0 1,-49 0-16,24 25 16,-25-25-1,-24 0 1,0 25-16,-26-25 31,1 0-15,0 0-1,0 0-15,24 25 32</inkml:trace>
  <inkml:trace contextRef="#ctx0" brushRef="#br0" timeOffset="460317.5157">7491 9029 0,'25'0'156,"0"0"-109,0 0-16,0 0 125,24 0-109,26 0-31,-1 0-1,25 0 1,100 0 0,-26 0-16,125 0 15,0 0 1,24 0-1,1 0 1,-26 0-16,1 0 16,-75 0-1,100 25 17,-199 0-17,-100-25 1,1 0-16,25 0 328,-1 0-328,51 0 16,197 0 15,497-25 0,-496 0-31,-1 0 16,-73 0-1,-26 25-15,-49 0 16,-50-25 0,-25 25-1,-49 0-15,0 0 16,0 0 265,49 0-250,26 0-31,98 0 16,0-24-16,75 24 16,25-25-1,-25 25 1,-25-25-16,0 25 15,-50 0 1,-49 0 0,-25 0-1,-74 0-15,-25 0 32,-1 0 264,51 0-280,-1 0-16,25 0 16,75 0-1,24 0 1,75 0 0,347 0 15,273 25-16,-694-25 1,-26 0 0,-73 0-1,-75 0-15,-1 0 16,1 0 218,50 0-218,-1 0 0,25 0-1,25 0 1,323 0 15,371 0 0,-520 0-31,-100 0 16,1 25 0,-26-25-1,-24 0 1,25 0-16,-1 0 15,-48 0 1,-26 0 0,-25 0-1,-24 0-15,-25 0 32,-1 0 108,1 0-124,25 0-1,-25 0 1,24 0 156,1 0-172,-1 0 16,1 0 15,49-25 0,-49 25-31,-50-25 16,0 0 15,25 25 16,-25-49 234,24-51-265,1-24-1,-25 50 1,25 0-16,0-1 16,0 26-1,-25-1 1,0-49-1,0-50-15,24 50 16,-24 74 0,0-25-1,0 25 1,0-24 15,-99-26-15,50 26-1,-1 24-15,-24-25 16,-26 1 0,1 49-1,-25-25-15,0 0 16,0 25 0,-25 0-1,-49 0-15,-25 0 16,-75 0-1,-24 0 1,-522 25 15,-98-25 1,445 0-32,26 0 0,-25 0 15,74-74 1,75 49-1,49 0 1,100 25-16,74 0 16,74 0-1,-24 0 1,-149 0 281,-224-25-282,-272-49 1,-174-25-16,149 74 16,-25-25-1,74 1-15,125-1 16,223 0 0,-1 50-1,51-24-15,-1 24 16,-273 0 15,-247 24 0,620 26-15,98-50-16,1 25 16,49 0-1,26-1 1,-1 26 234,0 0-235,-25 49 17,-24 0-1,24-49-31,26 24 16,-26-49-1,25 0-15,0-1 16,25 1-1,-24 0 1,-1 0 0,0 0-1,0 24 1,25-24 0,-25 0-16,1 0 31,24-1 0,-25 1-15,25 0-16,0 0 15,0 0 1,0-1 78,0 1-79,0 0 1,0 25 15,0 49-15,25-25-1,-1-24-15,1 24 16,0-24 0,-25 0-16,25-1 15,-25 1 1,0 49 0,25-25-1,-25 1 1,0-26-16,24 1 31,-24 0 0,0-26-15,50 1 328,-25-25-313,0 25-15,-100-50 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5T03:56:37.7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6970 18182 0,'25'0'188,"25"0"-188,24 0 15,-24 0 1,99 0-16,-50 0 16,0-25-1,50 0 1,-50 25 0,0 0-1,100-25 1,-125 25-1,-49 0 1,-25-24 0,25 24-1,0 0-15,0 0 16,24 0 0,1 0-1,-25 0 1,-1 0-16,1 0 47,0 0 15,-25-25-46,25 25-1,0 0 1</inkml:trace>
  <inkml:trace contextRef="#ctx0" brushRef="#br0" timeOffset="2200.2935">7987 18157 0,'0'25'94,"0"0"-79,25 24 1,50-24 0,-1 0-1,1 24-15,24-24 16,50-25 0,-50 0-1,50 25 1,-50-25-16,25 0 15,25 0 1,-25 0 0,149 0-1,-174-25 1,0 25-16,25-25 16,-50 1-1,-49-1 1,0 25-1,0 0 1,0 0-16,-1 0 63,-24-25 30,-49 0-15,24 25-78,-49 0 16,49-25 0,0 1-1,0 24 1,50 0 171,0 0-171,24 0 0,-24 0-1,0 0 17,0 0-17,-25 24 141,0 1-124,0 25-17,0-25 1,0 24-16,-25-24 16,0 49-1,25-49 16</inkml:trace>
  <inkml:trace contextRef="#ctx0" brushRef="#br0" timeOffset="8786.1198">10121 17835 0,'0'49'78,"0"1"-63,0-1-15,24 51 16,-24-51 0,0-24-1,25 0-15,-25 0 16,0-1 0,0 1-1,0 0 1,25-25-1,-25 50-15,25-50 16,-25 24 47,25-24-48,-1 0 32,1 0-16,0-24-31,-25-1 16,25 25 0,-25-25 15,50 0-16,-50 0 1,0 1-16,24 24 16,-24-25 31,0 0-16,0-25 0,0 26-31,0-1 16,0 0 15,-24 25 94,-1 25-94,0-25-15,25 25-1,-25-1 1,25 1-16,0 0 31,0 0-15,0 0 0,0-1-1,0 1-15,0 0 63,25-25-32,25 0 0,-50-25 32,0-24-48,0 24 1,0 0-16,0 0 16,24 50 202,-24 0-202,25-25 0,-25 25-1,25-25 1,0 24 15,0-24-15,-1 0-16,-24 25 15,25-25 1,0 0 15,25-25 63,-50 1-94,0-1 16,0 0 15,0 0 31,0-24-46,0 24 0,0-25-1,-25 25 1,0 25 93,25-24 16,50 24-109,-1-25-1,1 25 1,-25 0 0,-1 0 15,-24 25 47,0 24-62,0 1-16,0-1 15,0-24 17,0 0 14,25-25-30,0 0 0,0 0 15,-25 25-15,25-25 15,-1 0-16,1 0 1,0 0 0,25-25-1,-26 25 1,1-25 0,0 25-16,-25-25 15,0 1 1,0-1-1,0 0 1,0 0 109,0 0-109,0 1-1,-25 24 95,0 0-79,1 0 0,-26 0 0,50 49 1,-25-49-17,25 25-15,0 0 32,0 0-17,0-1 1,25-24 62,0 0-78,0 0 16,-1 0-1,1 0 1,0 0-1,-25-24 1,25 24 15,-25-50 47,0 0-62,0 26 0,0 48 202,0 26-202,0-25 0,49 99-1,-24-75 1,-25-24-16,25 0 16,0 0-1,-25 0 1,0-1-16,25 26 15,-25-25 1,0 0 0,0-1 15,-25 26 0,0-50-15,-25 25-1,26-25 17,-1 0-17,0 0 1,-25 0-16,1 0 31,24 0-15,25-25-1,0 0 32,0 0-31,0 1 15,0-1-15,0-25 15,25 25-15,24 1-1,26-76 1,-50 76-16,24-1 16,-49 0-1,25 25 1,-25-25 15,25-24 47,-25 24-62,25 0-1,-25 0 1,0 0 0,0 1 46,0-1 16,0 0-46,0 0-17,-25 25 157,0 0-141,0 0-15,25 25 46,0 0-30,0 0 15,25-1-32,-25 1 1,25-25-1,0 0 1,-1 0 0,26 0 77,-25 0-77,25-74 0,-1 24-1,-24 50 1,-25-49 0,0 24 15,0-25 31,-25 50 16,25 25 63,0 0-110,25-25-15,0 25 31,-25-1-47,25-24 15,-1 75 1,-24-50 15,0-1-15,0 1 46,0 0-46,-24-25 15,24 25-31</inkml:trace>
  <inkml:trace contextRef="#ctx0" brushRef="#br0" timeOffset="10676.5369">11758 17487 0,'0'0'0,"0"50"172,0 24-156,0-24-1,0 49 1,0-74-16,25 25 16,-25-26-1,0 26 1,24-50-16,-24 25 16,0 24 93,25 1-93,-25-25-1,0 0 1,0-50 93,0-50-93,0 26-1,0 24 1,0 0 0,0 0 15,0 1-15,0-1-1,0 0 1,-25 25-1,25-25 32,-24 25-31,-1 0 15,0 0 0,0 0-15,0 0 31,50 0 156,50 0-203,-1-25 16,0 25-1,-49-24 1,0-1 0</inkml:trace>
  <inkml:trace contextRef="#ctx0" brushRef="#br0" timeOffset="13465.0462">12452 17835 0,'50'0'109,"0"0"-93,-1 0-16,-24 0 15,0 0 1,-25-25 15,0-50 1,0 26-17,0 24 1,-25 25 93,0 0-93,0 0-1,-24 0 1,24 0 0,25 50 46,0-26-46,0 1-1,25 50 1,-25-51 0,25-24-1,-1 25 1,1 0 0,0-25-16,0 0 15,0 0 1,-1 0-1,1 0 1,0 0 0,0 0-1,24 0-15,-24 0 16,0-25 0,0 25-1,-25-25 1,0 1-16,0-1 15,0 0 1,0-25 0,0 1-1,0-1-15,0 25 16,0 1 31,0-51-16,0 1-15,0 49-1,0 0 1,0 0 0,0 0-1,-25 25-15,0 0 110,25 50-64,0 0-30,0-26-16,0 1 16,0 0-1,25 25 1,0-1 0,49 75-1,-24-74 1,-25-25-1,-1 0 1,1-25-16,-25 24 16,0 1 15,25-25-15,0 0 15,0 0 0,-1-25 16,1-24-31,-25-1-16,25 25 15,0-24 1,-25 24-1,0-49 64,0 24-64,0 25 1,-25 25 78,0 0-79,0 50 16,1-25-31,24-1 16,0 26 31,49 24-31,-24-49-1,0 0 1,0 0-1,-1-25 1,-24 25-16,25-25 16,0 0-1,0 0 1,0 0 0,-1 0-1,1 0 16,0 0-15</inkml:trace>
  <inkml:trace contextRef="#ctx0" brushRef="#br0" timeOffset="15427.0904">13519 17537 0,'0'50'109,"0"-1"-109,25 1 16,-25-25-1,0-1 1,25-24 0,-25 25 249,0 0-249,0 0-1,0-50 110,0-25-109,0 26 0,0-51-1,0 50 1,0 1-16,24-1 16,1-25-1,25 25 1,-1 0-1,-24 1 1,0 24 31,-25 24 0,25 125-32,-25-99-15,0-25 16,0 0 31,25-25 62,-25-50-93,0 25 0,0 0-1,0-24 1,24 49 46,1 0-30,0 0-17,0 25 63,0 49-62,-25-24 0,24-26-1,-24 26 1</inkml:trace>
  <inkml:trace contextRef="#ctx0" brushRef="#br0" timeOffset="16240.183">14288 17735 0</inkml:trace>
  <inkml:trace contextRef="#ctx0" brushRef="#br0" timeOffset="17307.2106">14834 17562 0,'0'-25'47,"0"75"156,24 24-188,1 0 1,-25-24 0,0-25-1,0 0 1</inkml:trace>
  <inkml:trace contextRef="#ctx0" brushRef="#br0" timeOffset="18061.137">14834 17388 0</inkml:trace>
  <inkml:trace contextRef="#ctx0" brushRef="#br0" timeOffset="19656.6562">15082 17487 0,'0'0'0,"-25"0"31,25 50 94,0-25-109,0 0-1,0-1 1,0 1-1,0 0 32,0 0-15,0-50 186,0 0-202,25 0 0,-1-24-16,-24 24 15,50 0 1,-25 25 15,0 0-15,-1 0-1,1 0 17,-25 50-17,25-50 1,-25 25-1,25-1 1,-25 1 0</inkml:trace>
  <inkml:trace contextRef="#ctx0" brushRef="#br0" timeOffset="22523.911">15925 17785 0,'0'-74'172,"0"24"-156,0-24-16,0-1 15,0 25 1,0-24 0,0-25-1,0 24 1,0 1-16,0 49 16,0 0 46,50 174 110,24-74-156,-24-1-1,-26-24 1,1-26-1,-25 26-15,25-50 16,-25 25 0,25 0-1,-25 0 1,74 74 0,-74-50-1,25-24 1,0 0-1,-25-50 282,-25-74-281,-49-25-16,24 0 31,25 74-31,-24 25 16,49 1-1,-25 24 110,0 0-78,0 0-15,0 0-17,1 0 32,24 24-31,-25 1 15,0-25 47,25 25-47,-25-25 141,50 0-16,25 0-124,-26 0-32,1 0 62,0 0 1</inkml:trace>
  <inkml:trace contextRef="#ctx0" brushRef="#br0" timeOffset="24317.057">15950 17537 0,'25'0'297,"-1"0"-281,26 0 15,-25 0 16,0 0-16,-25-25-15,24 25 171,1 0-171,0 0 15,0 0 32,24 0 62,-24 0-94</inkml:trace>
  <inkml:trace contextRef="#ctx0" brushRef="#br0" timeOffset="1.73101E6">8260 16892 0,'-24'0'15,"48"-25"141,26 0-156,0-24 16,24-1 0,0 25-1,-49 1 1,0-1 0,0 25 30</inkml:trace>
  <inkml:trace contextRef="#ctx0" brushRef="#br0" timeOffset="1.73233E6">8360 16966 0,'24'0'282,"51"-24"-267,-50-1 1,-1 0 0,26-25-1,-25 50 63,-25-24-46,25 24-32,-1 0 62</inkml:trace>
  <inkml:trace contextRef="#ctx0" brushRef="#br0" timeOffset="1.73436E6">8657 16446 0,'0'74'109,"0"-24"-93,25-1 0,0 1-1,-25-1 1,25 1-16,-1-25 31,-24 0 0,0-1 32,0-48 140,25-76-187,-25 76-1,0-1 1,0 0-1,25 0 1,-25 0 15,25 25 94,-25 25 125,-50 25-234,50-25 46,0-1 48,25-24-79,0 25-31,0-25 31,-25 25 16</inkml:trace>
  <inkml:trace contextRef="#ctx0" brushRef="#br0" timeOffset="2.80544E6">8806 16694 0,'0'24'109,"25"-24"-93,0 25 15,-1-25 297,1 0-328,-25 25 234,0 25-218,25-26 15,-25 1 1,0 25-1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5T03:53:07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19447 9401 0,'0'25'312,"0"49"-312,25-24 16,-25-1-1,25 26 1,-25-1 0,49 50-16,-24 50 15,0 99 1,49-50 0,-24 75-1,0 24 1,49 1-1,124 470 1,-148-594-16,-26-26 16,1 1-1,-25-75 1,-1 25-16,-24-25 16,25-24-1,0 49 1,0-50-1,0-24-15,-25 0 16,0-26 0,24-24 374,51 0-374,-1 0 0,50 0-1,124 25 1,844-25-1,-497 0-15,25 0 16,-173-25 0,-75-49-1,-25 24 1,-149 26-16,-24-1 16,-75 0-1,-49 25 1,-25 0-1,-50 0 251,0 0-250,0-25-16,-24 25 15,24 0 1,0-25 0,-25 25-16,26 0 46,73 0 204,100 0-234,-99 0 0,-26 25-16,1-25 15,-25 25 63,0 0-62,0 0-16,-25-1 16,-24 26-1,24-50 1,0 25 0,25 0-1,-49-25 282,24 0-281</inkml:trace>
  <inkml:trace contextRef="#ctx0" brushRef="#br0" timeOffset="5139.154">24656 13717 0,'-25'0'110,"1"0"-95,-1 0 16,0 0-31,0 0 16,25 25 15,0 0-15,0-1 0,0 1-1,0 0 1,0 0-1,0 0 17,0-1-17,25-24 1,0 0 0,0 0 15,-1 0-16,1-24 48,-25-26-1,0 25-30,0-24 61,0 24-46,25 25 328,0 25-359,-25-1 31,25-24 47,-25 25-79,24-25 1,-24 25-1,25 0 173,-25 0-94,25-1 124,0-24-186,-25-24 124,0-26-140,0 25-1,0 0 1,0 1-1,0-1 110,0 0-109,25 25 328,-1 0-313,-24 25-15,25-25-1,0 0 1,0 0 15,0 0-15,-1 0 15,1 0 16,-25-25 31,0 0-31,0 0 94,-25 1-95,1 24 17,-1 0-16,25 24 0,0 1-16,0 0-15,0 0 15,0 0-16,0-1 17,0 1-17,0 0 48,25-25-32,-1 0 0,1 0-31,0 0 32,0 0 30,0-25-15,-25 0-31,0 1 46,0-1-31,0 0 141,0 0-172,24 25 63,1-25-63,0 25 15,0 0 1,-25 25 109,0 25-109,0-25-1,0-1 1,0 1 46,0 0-46,0 0 15,25-25-15,0 0 15,-25 25-15,24-25-1,1 0 1,0 0 0</inkml:trace>
  <inkml:trace contextRef="#ctx0" brushRef="#br0" timeOffset="9595.7997">20737 12973 0</inkml:trace>
  <inkml:trace contextRef="#ctx0" brushRef="#br0" timeOffset="12654.5637">21332 13196 0</inkml:trace>
  <inkml:trace contextRef="#ctx0" brushRef="#br0" timeOffset="13659.0337">21729 12477 0</inkml:trace>
  <inkml:trace contextRef="#ctx0" brushRef="#br0" timeOffset="21738.4224">20489 13494 0,'0'-25'500,"0"0"-453,25 0 47,-25 1-47,0-1 15,25 0-62,-1 0 16,-24 0 0,25 1 77,0-1-77,0 25 15,-25-25-31,0 0 47,25 25-31,-25-25-1,24 25 1,1-25 15,0 25-31,-25-24 16,25-1 0,0 25-1,-25-25 16,24 0 173,-24 0-189,25 25 63,-25-24-31,0-1-16,25 25-15,-25-25 31,25 0-31,0 25-16,-25-25 15,25 25 16,-1-24 1,1-1-17,25 25 1,-25-25 0,-1 25-16,1-25 15,0 25 1,0-25-1,0 25-15,-1 0 16,1-24 0,0-1-1,0 25-15,0 0 63,-1-25-1,1 25-46,-25-25 0,0 0 46,25-24-46,0-1-16,-25 25 15,49-24 1,-24-26 0,-25 51-1,25-1-15,0 25 47,0-25 219,24-74-251,50 24-15,50-74 16,0 50 0,-25 25-1,-74 24-15,-1 25 31,1 1-31,-25-1 16,24 0 0,-24-25-16,0 50 15,0-49 1,0 49 0,-1-50 30,1 1-30,-25 24-16,50-25 16,-25 1-1,-1-1 1,26 0 0,-50 26-1,25-1 1,0 25 15,-25-25 32,24 25-32,1-50 250,0 25-265,0 1-1,-25-1-15,0 0 16,25 25 15,-25-25-15,24-24-1,1 49 1,-25-25 0,0 0-1,25 0-15,-25 0 63,50 1-48,24-100-15,-24 124 16,-50-25 0,25 25-1,-25-25 1,24 0 31,1-24-32,0-1-15,-25 25 16,25 0 0,-25 1 15,25-1 0,-25 0-15,24 0-1,1 0 1,0-24-16,-25 24 63,0 0-17,25 0-30,0 1 0,-25-1-1,0 0-15,24 25 16,-24-25 46,25 0-46,0 25 406,0-24-391,-25-1-15,25 0-1,-1 25 17,-24-25-17,50 25 63,-50-25-78,50 25 16,-50-25 0,0 1-1,24 24 1,1-25 46,0 0-62,-25 0 16,25 25 78,-25-49-63,25 49-15,-1-25-1,-24 0 1,25 25 0,-25-25-1,25 0 1,0-24-1,0 24 17,-1 25-32,1-25 15,-25 0 1,25 1 15,-25-1 47,25 0-62,-25 0 31,25 0 31,-25 1-31,0-1 109,24 25-140,-24-25 15</inkml:trace>
  <inkml:trace contextRef="#ctx0" brushRef="#br0" timeOffset="23641.8203">20787 12998 0,'0'24'156,"0"1"16,0 0-109</inkml:trace>
  <inkml:trace contextRef="#ctx0" brushRef="#br0" timeOffset="25027.7996">20787 12998 0</inkml:trace>
  <inkml:trace contextRef="#ctx0" brushRef="#br0" timeOffset="27255.7546">21233 12725 0,'25'25'406</inkml:trace>
  <inkml:trace contextRef="#ctx0" brushRef="#br0" timeOffset="30018.819">21704 12154 0</inkml:trace>
  <inkml:trace contextRef="#ctx0" brushRef="#br0" timeOffset="30235.7033">21704 12154 0</inkml:trace>
  <inkml:trace contextRef="#ctx0" brushRef="#br0" timeOffset="33376.6692">19373 9599 0,'0'-49'125,"0"24"-109,0 0-1,0 0 1,0 1-1,0-1 1,25 25 62,-1 0-15,1 0-48,0 0 17,0 25-17,0-25 1,-1 49-16,1-24 15,-25 0 1,25-25 0,-25 25-1</inkml:trace>
  <inkml:trace contextRef="#ctx0" brushRef="#br0" timeOffset="37297.5468">19447 8880 0,'-25'0'219,"1"0"-172,-26 0-47,0 0 31,26 25 1,24 0-17,0-1-15,0 1 16,0 25 15,0-25 0,24 0-15,1-1 0,25-24-1,-25 0 1,-1 0-1,1 0-15,0-24 16,0 24 0,-25-25-1,25 25 1,-25-50 0,24 25 15,1-24-31,-25 24 31,0 0 125,0 50-46,0 0-110,0-1 15,0 26 1,0-25 0,0 0 15,25-25-16,0 0 17,0 0-1,-1 0 0,-24-25 0,25 25-15,-25-50 0,0 25-1,0 1 1,0-1 93,0 50 94,0-1-203,50 1 32,-50 0-17,25-25 17,24 0 46</inkml:trace>
  <inkml:trace contextRef="#ctx0" brushRef="#br0" timeOffset="39379.6386">19819 8930 0,'25'24'93,"25"26"-77,-50-25 0,0 0 15,0-75 94,0 25-125,0 0 16,0 1-1,0-1 95,25 25-95,-1 0 16,1 0-31,0 0 32,-25 49-17,0 1 1,0-25 15,0-75 79,0 25-79,0 1 0,0-1 0,0 0-31,25 25 16,-25-25 0,25 25 109,-1 25-110,-24 0 1,0 24-1,0-24 17,25-25-1</inkml:trace>
  <inkml:trace contextRef="#ctx0" brushRef="#br0" timeOffset="40626.511">20142 8905 0</inkml:trace>
  <inkml:trace contextRef="#ctx0" brushRef="#br0" timeOffset="43357.0462">20241 8806 0,'-25'0'234,"0"24"-218,25 1-16,0 0 16,-24-25-1,24 25-15,0 0 32,-25-25-17,25 24 1,0 1 15,0 0 16,25-25 15,-1 0-30,51 0-17,-26 0 1,-24 0 31,-25-25-47,0 0 15,0 1 17,25 24-17,0-25 17,-25 0 124,0 50 16,0 0-157,0-1 1,0 1 15,25-25 79,-1 0-95,1 0 16,0-25 1,-25 1-17,0-1 1,0-25 0,25 25-16,-25 1 15,0-26 1,0 25-1,0 0-15,0 1 47,0-1 31,0 0-46,0 0-1,-25 25 78,25 25-15,0 0-94,0 0 16,0 49-1,0-49 1,0 0 0,0-1 15,0 1-16,25-25-15,-25 25 32,25-25-32,-1 0 31,-24 25-31,25-25 62,-25 25-46,25-1-16,0 1 47,0 0-31</inkml:trace>
  <inkml:trace contextRef="#ctx0" brushRef="#br0" timeOffset="44345.3511">20811 8880 0</inkml:trace>
  <inkml:trace contextRef="#ctx0" brushRef="#br0" timeOffset="47106.9309">21010 8682 0,'50'0'94,"-26"0"-79,1 0 1,0 24-1,0 1-15,0 0 32,-25 0-1,0 0 78,0-1-93,-25-24 31,25-24 47,0-1-79,0 0 16,0 0 1,0 0 30,0 1-46,0-1-16,25 0 94,24 25-79,-49-25 1,25 25-1,-25 25 329,0 49-328,0-49 15,25-25 0,-25 25-31,25-25 16,-25 25 0,24-25-1,1 0 48,-25 25-48,25-25 1,0 0 15,0 0 47,-1-50-15,1 0-63,-25 26 15,0-1 79,0 0-78,0 0-1,0 0 17,50 100 218,-50-26-235,25-49 1,-25 25 0,24 0-1,1-25 1,0 25-16</inkml:trace>
  <inkml:trace contextRef="#ctx0" brushRef="#br0" timeOffset="49642.2437">21630 8508 0,'25'0'109,"0"25"-93,24 0-1,-49-1 1,25 26-1,0-50 1,-25 25 0,0 0 31,0-50 1078,0 0-1110,0 0 16,0 0-15,0 1 0,0-26 46,25 50-62,-1-25 16,-24 0 15,25 25 94,0 0-125,25 0 31,-26 0-15,1 0 15,0 0-15,-25 25-1,25 25 1,-25-25 0,25-1-1,-25 1 17,25-25-32</inkml:trace>
  <inkml:trace contextRef="#ctx0" brushRef="#br0" timeOffset="63051.7304">14065 10567 0,'0'25'359,"24"-25"-359,-24 24 16,25-24-1,0 25 1,0 0-16,24 0 16,-24 0-1,25 24 1,-25-24 0,24-25-1,1 25-15,-25-25 16,-1 25-1,1-25 1,-25 24 281,-25-24 625,-24 0-907,24 0 17,0 0-1,0 0 94,1 0-78,-1 0 47,50 0 171,-1 0-249,26 0-1,-25 0 17,-25 25-32,25-25 15,-1 0 95,1 0-95,0 0-15,-25-49 282,0 24-220,0 0 79,0 0-1,0 0 48,0 1-126,0-1 157</inkml:trace>
  <inkml:trace contextRef="#ctx0" brushRef="#br0" timeOffset="80790.3776">14784 11112 0,'-25'0'391,"-24"0"-313,49 25-62,-25-25-1,25 25 48,-25-25-47,25 25 15,-25-25-16,25 25 17,0 0-17,0-1 17,0 1 14,0 0-14,0 0-1,25-25-15,74 49-16,-74-49 15,0 0 1,0 0-1,-1 0 1,1 0 31,0 0-47,-25-24 16,0-1-1,0 0-15,0 0 16,25 0-1,-25-24 1,0 24 0,0 0 15,0 0-15,25 0 15,-25 1 0,0-1-15,0 50 156,0-1-157,0 1 16,0 0 1,0 0-17,0 0 1,0 0 0,0-1-1,24-24 16,1 0-15,0 0 15,0 0-15,0 0 0,-25-24 15,24-26 0,-24 25 32,0 0-48,0-24 1,0 24 46,-24 25 1,-1 0-1,0 0-30,0 0 30,0 0-15,75 0 125,-50-25-157,25 25 1,24-25-16,-24 25 31,25-25 32,-25 25-48,-1 0 1,-24 25 172,0 0-173,0 25 1,0-1-1,0-24 1,25 0 15,25-25 1,-25 0 14,-1 0-30,1-25 15,0 0-15,-25-24 46,25 24-46,-25 0 0,0 0-16,0 0 172,0 75 31,0-25-188,0 0 17,0-1-32,25-24 46,-25 25-30,24-25-16,-24 25 31,25-25-15,0 0 31,0 0-47,0 0 47</inkml:trace>
  <inkml:trace contextRef="#ctx0" brushRef="#br0" timeOffset="83151.8493">15578 10939 0,'24'25'62,"1"-1"-62,0 1 16,0 0 0,-25 0-1,25 24 1,-25-24-1,0 25 1,25-50 0,-25 25 15,0-75 110,0 0-126,0 1 16,0 24 32,0 0-47,0 0-1,24 25-15,-24-24 63,25 24-48,25 0 17,-25 0-1,-1 0 0,-24 24-15,0 1-1,25 0-15,-25 25 16,25-50 15,-25 24 16,25-24-31,0 25-1,-1-25 17,1 0 30,0-49-46,-25-1-1,0 0-15,25-24 16,-25 24 0,0 1-1,0 24-15,0-25 16,0 1-1,0 24 1,0 0 0,0 0-1,0-24-15,-25 24 32,0 0-1,-24 25 78,24 75-93,25-51-1,-25 1-15,25 25 16,0-25 0,0-1-1,0 1 1,0 0-16,25 0 16,0 24-1,49-24 1,-49 25-1,0-50 1,24 25-16,-49-1 16,25-24 46,-25 25 32,25-25-63,0 0-31,-25 25 31</inkml:trace>
  <inkml:trace contextRef="#ctx0" brushRef="#br0" timeOffset="84088.919">15950 10889 0,'0'-25'94,"74"1"-78,1-1-1,-26 0 1,26 0-1,-51 0-15,26 1 16</inkml:trace>
  <inkml:trace contextRef="#ctx0" brushRef="#br0" timeOffset="87526.8873">9625 10592 0,'-25'0'32,"50"0"93,123 24-110,-73-24 1,-26 25 0,26 0-16,-26-25 15,1 25 1,-25-25-1,0 0 1,24 0-16,1 25 16,-1-1-1,-24-24 1,25 25 0,0 25-16,-1-50 15,-24 25 1,25-1-1,-26-24 1,1 25-16,0-25 31,25 25 32,-1 0-48,-24 0 1,25-25 0,-26 24-1,-24 1 32,-24-25 109,-1 25-140,-25-25 0,25 0-16,1 0 15,-1 0 1,-25 0 109,25 0-125,174 0 234,-99 0-218,-1 0 0,-24 0-16,0 0 15,0 0 16,-25-50 126,0-24-142,-25 0 1,25 24 0,-25 25-1,0 0-15,25 1 16</inkml:trace>
  <inkml:trace contextRef="#ctx0" brushRef="#br0" timeOffset="88747.2821">10989 11212 0,'-25'0'156,"0"0"-156,0 0 47,1 0-31,24 25-1,-25-25 1,0 0-1,25 24 1,0 1 15,0 0-15,0 0 0,25 24-1,24-24 1,-24-25-16,0 0 15,0 0 1,0 0 15,-1 0-15,1 0 31,0 0-32</inkml:trace>
  <inkml:trace contextRef="#ctx0" brushRef="#br0" timeOffset="90171.027">11138 11212 0,'0'25'94,"0"-1"-94,0 1 16,0 0-1,24 0 1,-24 0-1,25-25 1,0 0 0,-25 24-1,25-24 17,0 0 46,-25-24-47,0-1-15,24 25-1,-24-50 48,0 25-48,0 1 17,0-1-1,0 50 78,50 24-93,0-24-1,-50 0 1,25-25 0</inkml:trace>
  <inkml:trace contextRef="#ctx0" brushRef="#br0" timeOffset="92582.8958">11411 11212 0,'0'-25'16,"24"25"93,51 25-93,-50 0 15,-25-1 32,0 1-48,0-50 173,0-74-172,0 74 15,24 0 94,1 25-78,-25 25-16,0 0-15,0-50 234,25 25-157,0 0-61,0 0-17,-1 0 16,1 25 126,-25 0-32,0 0-110,0 0 17,0-50 468,0 0-485,25 25 1</inkml:trace>
  <inkml:trace contextRef="#ctx0" brushRef="#br0" timeOffset="94609.0305">11758 11112 0,'25'0'125,"-25"25"-125,0 0 15,0 0 32,24-25 0,1 0-31,0 0 31,0 0-1,-25-25-14,0 0 46,0-24-63,0 24 1,0 50 187,25 49-203,-25-49 63,24-25-48,1 0 17,0 0-1,0 0-16,-25-50 79,0 25-78,0 1-1,0-26 1,0 25 0,0-24-1,0 24 17,0 0-17,-25 25 32,0 0 0,0 25 31,25 0-47,0 24-15,0-24 0,0 0-16,0 0 15,0-1 16,25 1-15,0-25 15,0 25 1,0-25-17,-1 0 16,-24 25-15,25-25 15</inkml:trace>
  <inkml:trace contextRef="#ctx0" brushRef="#br0" timeOffset="95449.355">12353 11088 0</inkml:trace>
  <inkml:trace contextRef="#ctx0" brushRef="#br0" timeOffset="99495.2765">12576 10988 0,'-24'0'218,"-1"0"-202,0 0 15,25 50 0,0-25 1,0 0-17,0-1 1,25-24 15,0 0-15,-1 0-1,1 0 1,0 0 0,0 0 31,-25-24-32,0-1 16,0 0 16,0 50 235,0 0-251,0-1-16,25-24 1,-25 25 0,24-25-1,1 0 32,-25-25 0,0 1-16,0-1-15,0 0 312,-25 25-328,1 0 94,24-25 78,0 0-110,24 25-15,1 0-31,-25-24-1,0 73 188,25-24-171,-25 0-17,25 0 1,-25-1 0,25-24 93,-1 0-93,1 0-1,-25-24 1,0-1 15,25 25-15,-25-25-1,0 0 32,0 0-31,0 1 46,0 48 173,0 1-204,25-25 16,0 0-32,-1 0 17,1 0 93,0 0-32,0 0-14</inkml:trace>
  <inkml:trace contextRef="#ctx0" brushRef="#br0" timeOffset="102612.7113">13023 10914 0,'25'0'16,"-25"25"15,24-25 0,-24 25 16,0-1-16,0 1 48,0 0-64,0 0 48,0 0-48,0-1 1,0-48 156,0-1-157,0 0 1,0-25 31,0 26-31,25 24-1,-25-25 1,25 25 62,0 0-62,0 0 15,-1 0 0,1 0-15,-25 25-1,0-1 1,0 1 15,0 0 32,0 0-16,25-25-16,0 0 31,0 0-46,-25-25 0,24 0-1,-24 0 1,0 1 15,0-1-15,0 0-1,0 0 1,0-24-16,0 24 16,0-25-1,-24 25 1,24 1 15,0-1-15,-25 0 15,25 0-15,-25 25 62,25-25-63,-25 25 17,0 0-1,25 25 94,0 0-110,25 0 32,-25 0-31,25-25 0,-25 24-16,25 1 78,-25 0-47,25-25-15,-1 50-1,-24-26 16,25-24 16,-25 25-31,0 0 15,25-25-15,0 25 62,0-25-47,-25 25 0</inkml:trace>
  <inkml:trace contextRef="#ctx0" brushRef="#br0" timeOffset="104653.5644">13172 10790 0,'0'-25'109,"24"25"-93,1-25-1,0 1 1,0-1-1,24 25 64,-49-25-64,25 25 16,0 0 204</inkml:trace>
  <inkml:trace contextRef="#ctx0" brushRef="#br0" timeOffset="384174.9924">10741 3770 0,'49'0'79,"1"0"-79,0 0 15,-1 0 1,-24 0-1,0 0-15,0-24 16,-1 24 15,-48 0 126,-26 0-142,-24 0 1,49 0-1,-25 0 1,-24 0-16,49 0 16,0 0-1,0 0 1,100 0 93,-1 0-93,-24 0 0,74 0-1,-75 0-15,-24 0 16,-74 0 109,-1 0-110,-24 0 1,24 0 0,0 0-1,1 0 1,24 0-16,0 0 16,124 0 140,25 0-141,0-25-15,-24 25 16,-76 0 0,1 0-16,-50 0 93,-24 0-93,-26 0 16,26 0 0,-100 25-1,99-25 1,1 0 0,-1 0-1,25 0 1,75 0 93,0 0-93</inkml:trace>
  <inkml:trace contextRef="#ctx0" brushRef="#br0" timeOffset="390410.1646">10617 9376 0,'25'-25'109,"24"25"-93,26 0-1,-1-24-15,0 24 16,-24 0-1,0-25 1,-1 25 0,-24 0-1,0 0-15,-50 0 266,-25 0-250,26 0-1,-1 0 298,0 0-298,25 25 1,-25-25 0</inkml:trace>
  <inkml:trace contextRef="#ctx0" brushRef="#br0" timeOffset="391562.4686">10741 9426 0,'25'0'125,"49"0"-109,-24 0 0,24 0-1,-24 0-15,24 0 16,-49-25-1,0 25 126</inkml:trace>
  <inkml:trace contextRef="#ctx0" brushRef="#br0" timeOffset="866054.7604">7690 13915 0,'25'0'266,"-1"0"-250,1 0-1,25 0-15,-25 0 16,24 0 0,1 0-1,-25 0 1,-1 0-1,1 0 1,25 0 0,-25 0-1,24 0-15,-24 0 16,0 0 0,0 0-1,0 0 1,-1 0 15,1 0-15,0 0-1,0 0 1,24 0 0,-24 0-1,0 0-15,0 0 16,0 0-1,-1 25 1,1-25 0,0 0-16,0 0 15,0 0 1,-1 0-16,1 25 16,0-25-1,0 0 1,0 0-1,-1 0-15,1 0 16,0 0 0,0 0-1,0 0 1,-1 0-16,1 0 16,0 0 15,0 0-31,0 0 15,-1 0 1,1 0 0,0 0-1,25 0 1,-26 0 0,1 0-1,25 0 16,-25 0-15,-1 0 0,1 0-1,25 0 1,-25 0 0,0 0-1,-1 0 1,1 0-1,0 0 17,0 0-17,0 0 17,-1 0-17,-24 25 1,25-25-1,0 0 1,0 0-16,0 0 16,-1 0-1,1 0 1,0 0 0,0 0 124,0 0-124,-1 0 46</inkml:trace>
  <inkml:trace contextRef="#ctx0" brushRef="#br0" timeOffset="872421.9068">7690 13940 0,'25'0'281,"-1"0"-266,26 0 1,-25 0 15,24 0 1,-24 0-32,0 0 15,0 0 1,0 0-1,24 0 1,-24 0 0,25 0-1,24 0 1,-24 0-16,-25 0 16,24 0-1,-24 0 1,25 0-1,49 0-15,-25 0 16,-49 0 0,25 0-1,-26 0-15,26 0 16,-25 0 0,0 0-1,-1 0 1,26 0-1,0 0-15,-26 0 16,1 0 0,25 0-1,-25 0 1,-1 0 0,26 0-1,0 0-15,-26 0 16,1 0-1,0 0 1,25 0 15,-26 0-15,1 0 0,0 0-1,0 0 63,0 0-62,0 0 0,24 0-1,-24 0-15,0 0 16,24 0-1,1 0 1,-25 0 0,74 0-1,-74 0 1,0 0-16,-1 0 31,1 0 110,0 0-141,0 0 15,0 0 1</inkml:trace>
  <inkml:trace contextRef="#ctx0" brushRef="#br0" timeOffset="874545.9311">11857 13965 0,'25'0'140,"24"0"-124,26 0-16,24 0 16,0 0-1,0 0 1,1 0-16,-26 25 15,1-25 1,-1 0 0,-24 0-1,-26 0 17,1 0-1,0 0-31,0 0 31,0 0-15,24 0 62,26 0-47,-51 0-15,1 0-1,0 0 1,25 0 0,-26 0 15,1 0-16,0 0 1,0 0 31</inkml:trace>
  <inkml:trace contextRef="#ctx0" brushRef="#br0" timeOffset="877711.8894">6698 15081 0,'24'0'312,"26"0"-296,49 0-1,-49 0 1,49 0 0,-25 0-1,26 0-15,-26 0 16,1 0-1,-26 0 1,100 0 0,-75 25-1,1-25 1,-1 0 0,-24 0-1,-1 0-15,1 0 16,0 0-1,-1 0-15,-24 0 16,0 0 0,0 0-1,-1 0-15,1 0 16,0 0 0,0 0-1,0 0-15,24 25 16,-24-25-1,25 0 17,-25 0-17,24 0 1,-24 0-16,25 0 16,-1 25-1,1-25 1,-25 0 46,-1 0-15</inkml:trace>
  <inkml:trace contextRef="#ctx0" brushRef="#br0" timeOffset="884968.3903">8583 12675 0,'25'0'203,"24"0"-187,1 0 0,-1 0-1,1 0-15,0 0 16,-26 0 15,1 0 0,0 0-15,0 0 15,24 0-15,1 0 0,-25 0-1,24 0-15,1 0 16,24 0-1,51 0 1,-51 0 0,0 0-1,-24 0-15,0 0 16,-1 0 0,-24 0-1,0 0 16,99-25 219,-25 25-234,50 0 0,0 0-1,24 0 1,26 0 0,-1 25-16,50-25 15,-74 25 1,-50-25-1,25 25 1,-75-25 0,75 0-1,-99 0 1,24 0-16,-49 0 16,24 0-1,1 0 1,0 0-1,-26 0-15,1 0 16,25 0 0,-1 0-1,-24 0 1,0 0-16,0 0 16,0 0-1,-1 0 1,1 0-1,0 0-15,0 0 16,74 0 0,-24 0-1,-26 0 1,-24 0 0,25 0-16,-26 0 15,26 0 1,0 0-1,-26 0-15,1 0 16,0 0 0,0 0-1,0 0 1,-1 0 31,1 0-16,0 0-15,0 0 15,0 0-15,-1 0-16,1 0 15,0 0 1,0 0-1,0 0-15,-1 0 16,1 0 0,0 0 15,0 0 31</inkml:trace>
  <inkml:trace contextRef="#ctx0" brushRef="#br0" timeOffset="982146.952">14660 11881 0,'74'-24'281,"1"24"-265,24 0-1,0 0-15,-24 0 16,24 0 0,25 0-1,-50 0 1,-24 0-16,-25 0 15,-1 0 17,1 0-1,0 0 16,-25 74 31,0 0-62,25 1-1,-25 24 1,74 273-1,-49-173-15,0 49 16,0-25 0,0 25-1,-1 50 1,26-75 0,-25 25-1,0-50-15,-1-49 16,1-74-1,-25-26 1,0 1-16,0-25 31,0 24 282,0-24-298,0 25 1,0-1 0,0 1-1,0 24-15,0-49 32,0 0-17,0 0-15,-49-25 188,24 0-173,0 0 1,-99 0-16,49 0 16,1 0-1,0 0 1,-1 0-1,26 0-15,-1 0 16,0 0 0,26 0-1,-1 0-15,0 0 16,0 0 0,0 0-1,1 0 1,-1 0-16,-25 0 31,25 0-15,1 0 15,-1 0-31,25 24 16</inkml:trace>
  <inkml:trace contextRef="#ctx0" brushRef="#br0" timeOffset="983977.1311">16396 13494 0,'-25'0'141,"1"0"-125,-1 0-1,0 25 1,-74 24 0,74 1-16,0-50 15,25 25 48,0-1-32,25 1 16,25-25-32,-1 0-15,-24 0 16,25 0 0,-26 25-1,26-25-15,-50 25 16,25-25 0,-25 25-1,0-1 32,0 1 0,0 0-31,-25 0 15,0-25-16,0 0-15,1 0 16,-1 0 0,0 0-16,0 0 62</inkml:trace>
  <inkml:trace contextRef="#ctx0" brushRef="#br0" timeOffset="986279.1405">16669 13494 0,'-25'25'47,"0"24"-47,-24 26 15,24-26 1,0 1 0,0-25-1,25 49 1,0-49 0,0 0-1,0-1 1,25 1-1,50-25 17,-26 0-1,-24 0-15,0 0-16,0 0 15,0 0 1,-1-25 15,-24 1-15,0-1-1,0-25 1,0 25 0,0 1 15,0-1-31,-24 25 15,24-25 1,-25 0 15,0 25 1,25-25-32,0 1 62,-25 24-31,0-25-15,25 0 31,-25 25 15,25-25-15,50 25 47,-25 0-78,0 0-16,24 25 15,-24 0 1,74 49-1,-74-49 1,25 25 0,-25-1-1,-1-24 1,-24 25 0,0-26-16,25 26 15,-25-25 16,-25-25 141,1 0-140,24-25-17,0 0-15,0 0 31,0 1-15,-25-1 0,25 0-1,0 0 1,0 0 0,0 1-1,0-1 16,25 0-15,-25 0-16,24 25 16,1 0-1,-25-25 1,25 25 0</inkml:trace>
  <inkml:trace contextRef="#ctx0" brushRef="#br0" timeOffset="988199.2201">17190 13271 0,'0'24'16,"0"26"0,25 0-1,-25-1-15,25 1 16,-25-1 0,0-24-1,49 25 1,-49-25-16,0-1 15,25 26 1,0-25 0,-25 0-1,0-1-15,0 1 16,0-50 281,0 1-282,0-76 1,-25 51-16,25 24 16,-25 25-1,0 0 126,25-25-110,-24 25-15,-1 0 15,0 0 0,0 0-15,0 0 0,1 0 15,73-25 156,26 25-187,-1-24 16,-24-1 0,-1 25-1</inkml:trace>
  <inkml:trace contextRef="#ctx0" brushRef="#br0" timeOffset="1.94945E6">9773 1439 0,'50'0'329,"-25"0"-329,49 0 15,-49 0 1,25 0-1,-1 0-15,-24 0 16,25 0 0,-26 0-1,1 0 1,0 0 0,25 0-1,-26 0 1,1 0-1,0 0 1,0 0 0,0 0-16,0 0 15</inkml:trace>
  <inkml:trace contextRef="#ctx0" brushRef="#br0" timeOffset="1.95072E6">10617 1414 0,'-25'0'63,"50"0"77,0 0-108,24 0-17,26 0 1,123 0-16,-124 0 15,1 0 1,-50 0 0,-1 0-1,1 0-15,-25 25 16,25-25 0</inkml:trace>
  <inkml:trace contextRef="#ctx0" brushRef="#br0" timeOffset="1.95418E6">11609 1463 0,'25'0'172,"0"0"-156,-1 0-1,26 0 1,0 0-1,-26 0-15,26 0 16,0 0 0,-26 0-1,1 0 173,0 0-157,-75 0 125,1 0-140,-100 0 0,99 0-16,1 0 15,-1 0 1,1 0-1,-1 0 1,25 0 0,0 0 15,50 0 78,25 0-93,-1 25 0,26-25-1,-26 0 1,26 0-1,-50 0-15,-1 0 16,-48 0 250,-26 25-251,25-25-15,0 0 16,-24 25 0,24-25-1,-25 0-15,26 0 16,-1 0 15,50 0 125,49 0-140,-24 0 0,24 0-16,0 25 15,-24-25 1,24 0-1,-49 0-15,0 0 32,-50 0 233,0 0-233,1 0 14,-1 0-30,0 0 15,0 0 32,-24 0-48,24 0 17,0 0-1,0 0 0,50 0 125,25-25-140,-1 25 0,-24 0-1,0 0-15,24 0 16,-24 0 15,0 0 329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5T03:55:35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4168 7069 0,'24'0'203,"1"-74"-187,99-25 15,-74 49-31,-1 0 16,-24 26-16,0 24 31,-25-25-15,25 25 187</inkml:trace>
  <inkml:trace contextRef="#ctx0" brushRef="#br0" timeOffset="2693.5526">3820 6945 0,'-25'0'719,"1"0"-657,-1 0-30,0 0 14,0 0-30,0 0 0,1 25 77,24 0-77,0 0 15,0 0 1,0-1-17,0 1 48,0 0-16,0 0 31,24-25-78,1 0 47,0 25-16,0-25 16,0 0 0,-1 0-16,1 0-16,0 0 95,0 0 77,-25-25-171</inkml:trace>
  <inkml:trace contextRef="#ctx0" brushRef="#br0" timeOffset="4943.8221">4093 14461 0,'25'-49'156,"25"-1"-140,24-25-1,25 1-15,-74 49 16,0 0 0,-25 1-1</inkml:trace>
  <inkml:trace contextRef="#ctx0" brushRef="#br0" timeOffset="7872.6361">3671 14387 0,'-24'0'625,"24"-25"-610,-25 25 1,25-25 0,-25 25 46,0 0-62,0 0 31,1 0-15,24 25 0,-25 0 15,0-25-16,25 25 1,0-1 15,-25-24-15,25 25 0,0 0 15,0 0-16,0 0 17,0-1 15,0 1-1,25-25-14,0 0-17,0 0 17,-1 25-1,1-25 31,0 0 1,0 0-16,0 0 187,-1 0-78</inkml:trace>
  <inkml:trace contextRef="#ctx0" brushRef="#br0" timeOffset="219786.7322">18976 5779 0,'25'0'297,"0"0"-281,-1 0-1,76 0-15,-100-24 32,24 24-32,1 0 250</inkml:trace>
  <inkml:trace contextRef="#ctx0" brushRef="#br0" timeOffset="221194.2738">19026 5953 0,'0'0'0,"-25"0"0,50 0 234,-1 0-218,1 0-1,0 0 1,49 0-1,-49 0 1,0 0-16,0 0 78,-25-25-62,25 25 46</inkml:trace>
  <inkml:trace contextRef="#ctx0" brushRef="#br0" timeOffset="224588.6643">19422 5606 0,'0'-25'78,"0"0"16,0 0-79,0 50 267,0 0-267,0 0 1,0 24 0,0-24-1,0 25 1,0-25-1,0-1 1,0 26 0,25-25-16,-25 0 31,0 0 0,0-1-15,0 1-1,0 0 1,0 0 0,25-25-1,-25 25 142,0-75 93,25-74-235,-25 99 1,0 0-1,0 0 48,25 25-47,-25-24 15,0-1 16,24 25-16,1-25 110,0 25-126,-25-25-15,25 25 16,-50 0 218,0 25-218,25 0-1,-25-25 1,25 25 0,-24-25-1,24 24 17,0 1 61,-25-25-77,25 25 78,0 0 31,25-25-78,-25 25-32,49-25 16,-24 0-31,0 0 16,0 25 0,-1-25-1,-24 24 188</inkml:trace>
  <inkml:trace contextRef="#ctx0" brushRef="#br0" timeOffset="296062.7467">6226 5606 0,'75'-50'156,"-26"-24"-140,1 49-1,-50 0 1,25 25 0,-25-25 155,-25 25-30,0 0-110,0 0 79,1 0-79,48 0 188,26-24-204,0-1 1,-26 25 15,-24 25 125,0-1-140,0 26 15,0-25-31,0 0 110</inkml:trace>
  <inkml:trace contextRef="#ctx0" brushRef="#br0" timeOffset="298336.7529">6598 5184 0,'0'-25'235,"0"1"-173,25-1-46,0 25 0,0 0 15,0 0 31,-25 49-15,0-24-16,0 25 1,0-25 30,-25-25 1,25 24-48,-25-24 17,50 0 155,0 0-156,-25-24-15,24 24 0,1 0 30,0 0 1,0 24-15,-25 1 14,0 0-30,0 0 31,0 0 0,-25-1 0,0 1-16,0-25 63</inkml:trace>
  <inkml:trace contextRef="#ctx0" brushRef="#br0" timeOffset="302832.2993">7987 5556 0,'0'-25'141,"25"1"-126,0-26-15,0 50 16,-25-25 0,25 25-1,-25-25 1,49 1 46,-49-1-46,25 0-16,-25 0 16,25 25 15,-25-25 47,-25 25 125,0 0-187,0 0-1,1 0 1,-1 0 203,50 0 31,-1 0-219,1 0-15,0 0 202,0 0-30,0 0 15,0 0-172,-25 25 532,0 0-548,0 0 48,0 0-16,0-1-16,0 1-15,0 0 31,0 0-16</inkml:trace>
  <inkml:trace contextRef="#ctx0" brushRef="#br0" timeOffset="323159.5845">8335 5085 0,'0'-25'203,"0"-24"-203,25 24 62,-1 25-15,1 0 16,0 0-16,-25 25-16,25-1 0,-25 1-15,0 0 15,0 0 16,0 0-31,0-1 15,0 1-16,-25-25 17,25 25-17,-25-25 32,25 25-31,0-50 203,25 25-188,-25-25-16,25 25 17,0 0-1,-1 0 16,-24 25 15,25-25-46,-25 25 15,0 0 16,0-1-31,0 1 31,0 0-1,-25-25-30,25 25 0,0 0-1,-24-25 1,-1 0 0,25 24-1,-25-24 1,0 0 31,0 0 62</inkml:trace>
  <inkml:trace contextRef="#ctx0" brushRef="#br0" timeOffset="340186.6211">9525 5507 0,'0'-25'234,"25"0"-218,-25 0-1,25-24 1,25-26-1,-26 50 1,1 1 0,0-1 31,-25 0-1,-25 25 220,0 0-250,1 0-16,-26 0 31,25 0-15,50 0 280,0 0-264,0 0 30,-1 0-46,1 0 15,0 0 47,0 0 0,0-25-62,-25 50 281,0 0-282,0 0 1,0-1 15,0 1 1,0 0 30,0 0 1</inkml:trace>
  <inkml:trace contextRef="#ctx0" brushRef="#br0" timeOffset="347426.8426">9922 4961 0,'0'-25'125,"0"50"110,0 25-204,0-26-31,0 1 16,0 0-1,0 0 32,0 0 63,0-1-110,0 1 46,0 0 111,0 0-95</inkml:trace>
  <inkml:trace contextRef="#ctx0" brushRef="#br0" timeOffset="352587.1804">11659 5680 0,'49'-74'203,"-24"24"-187,0 50 15,0-25-31,-1 25 63,-24-24-48,25-1 1,0 25 31,0-25-16,-25 0 32,25 25-48,-50 0 329,0 0-328,0 0-1,0 0 63,75 0 172,-25 0-203,0 0 109,-25-25-140,24 25-16,1 0 484,-25 25 79,0 0-516,0 0 15,0 0-15,0-1 484,0 1-374</inkml:trace>
  <inkml:trace contextRef="#ctx0" brushRef="#br0" timeOffset="355237.9959">12055 5234 0,'0'25'140,"0"-1"-124,25 26 15,-25-25-31,0 0 16,25 24-1,-25-24 17,25 0-32,-25 0 15,0-1-15,0 1 32,25-25-17,-25 25 141</inkml:trace>
  <inkml:trace contextRef="#ctx0" brushRef="#br0" timeOffset="358438.1259">13494 5730 0,'25'0'250,"-25"-50"-235,25 50 1,0-25 0,-1 1-1,1-1-15,-25 0 16,25 0 0,0 25-1,0-25 1,-1 25 15,1-49-15,0 49-16,0 0 47,-25-25-16,-25 25 297,0 0-328,0 0 31,1 0-31,-1 0 16,0 0 46,50 0 63,0 0-109,-1 0 0,1 0-1,0 0 1,-25-25-16,25 25 15,-25 25 298,0 0-219,0 0 15,0-1-62,0 1 15,0 0-30</inkml:trace>
  <inkml:trace contextRef="#ctx0" brushRef="#br0" timeOffset="361201.6568">14015 5333 0,'0'25'250,"0"0"-235,0 24 1,0-24 0,0 0-1,0 24 1,0-24 0,25 0-1,-25 0 16,0 0 360,0-1-235,0 1-156,0 0 63</inkml:trace>
  <inkml:trace contextRef="#ctx0" brushRef="#br0" timeOffset="364445.4884">15255 5680 0,'25'-25'187,"25"-24"-171,-26-1 0,26-49-1,24 49 1,1-24 15,-50 74-31,-1 0 0,-48 0 266,-1 0-235,-25 0 0,25 0 1,1 0-1,-1 0 31,0 0-15,0 0 31,50 0 79,0 0-142,0 0 16,-1 0-15,1 0 0,0 0 124,-25 25-30,0 0-110,0-1 31,0 1 0,0 0 0</inkml:trace>
  <inkml:trace contextRef="#ctx0" brushRef="#br0" timeOffset="366987.2345">15751 5159 0,'0'-24'219,"0"-1"-219,0 0 78,25 25-47,0 0 0,0 0 16,-25 25 16,0 0-32,0-1 0,0 1-15,0 0 0,0 0 15,0 0 0,-25-25 0,25 24-15,0-48 218,25 24-187,24 0-31,-24 0 46,-25 24-30,0 1-1,0 0 0,0 0 0,0 0-15,-25-1 15,1-24-31,-1 0 31,25 25-15,-25-25 0,0 0-1</inkml:trace>
  <inkml:trace contextRef="#ctx0" brushRef="#br0" timeOffset="371978.5677">16868 5482 0,'24'0'297,"1"-25"-282,0 0-15,-25 0 31,25 25-15,0 0 0,-25-24-1,24-1 1,1 25 15,0 0 0,-25-25 1,25 0-17,-50 0 345,0 25-360,0 0 31,1-24-31,-1 24 47,50 0 187,-1 0-218,1 0-16,0 0 31,0 0 32,0 0-17,-1 0 126,1 0-31,-25 49 140,0-24-234,0 0 0,0 0 62,0-1-93,-25-24 46,25 25 17</inkml:trace>
  <inkml:trace contextRef="#ctx0" brushRef="#br0" timeOffset="377284.5518">17388 5135 0,'0'-25'1031,"25"0"-984,0 0-16,0 0-31,0 1 16,49-26 0,-49 50-1,24 0 1,-24 0 15,0 0-15,0 0 31,-25 50 0,0-26-16,0 26-31,0-25 31,0 0-31,0-1 16,0 1-1,0 0 1,0 0 15,-25-25-15,25 25-1,-25-25 1,25 24 0,-25-24-16,1 25 15,-1 0 1,0 0 31,25 0-32,-25-1 17,0-24-17,25 25 95,25-25-32,25 0-63,24 0 1,-49 0 0,0 0-16,0 0 15,0 0 32,-1 0-31,1 0 31,0 0-32,0 0 32,0 0-31,-1 0-16,1 0 31</inkml:trace>
  <inkml:trace contextRef="#ctx0" brushRef="#br0" timeOffset="379417.7066">18505 5432 0,'0'-25'109,"49"25"-93,26-74 15,-26 0-15,-24 49-16,49 0 15,-49-25 1,0 50-16,-25-24 16,25 24 30,-75-25 189,25 25-220,-24 0-15,24 0 16,0 0 15,75 0 157,-25 0-157,-1 0-31,1 0 16,25-25-1,-25 25 1,0 0 0,-25-25-16,0 50 187,0 25-171,0-26-1,0 1 1,0 0 15,0 0 16,0 0-31</inkml:trace>
  <inkml:trace contextRef="#ctx0" brushRef="#br0" timeOffset="382488.8669">19075 4961 0,'0'-25'125,"0"-24"-109,25 49-1,-25-25 17,25 25-17,-25-25 1,25 25 0,24-25-1,-24 0 16,0 25-31,0 0 94,-25 25-31,0 0-48,0 49 1,0-49 0,0 25-1,0-25 1,0-1 15,0 1 0,0 0 1,-25-25-1,25 25-16,-25-25 1,50 0 234,0 0-234,49 0-1,-24-25 1,-1 25-16,1 0 16,-25-25-1,-1 25 1</inkml:trace>
  <inkml:trace contextRef="#ctx0" brushRef="#br0" timeOffset="428545.1717">6350 6127 0,'0'25'281,"0"-1"-250,-24 1 1,24 0-17,0 0 126,-25 0 453,25-50-391,0 0-172,0 0-15,25-24 30,-1 24-14,1 25-32,-25-25 15,25 0 1,25 0 0,-26-24 15,26 24-16,0-25 1,-1 26 15,-49-1-15,25 25-16,0-25 16,0 0 15,-1 0-16</inkml:trace>
  <inkml:trace contextRef="#ctx0" brushRef="#br0" timeOffset="430962.9348">6846 5680 0,'0'-25'563,"0"1"-547,0-1-1,25 25 16,-25-25-15,25 25 0,0-50-1,0 50 1,-1-24 0,1 24-1,-25-25 1,25 25 31,0 0-32,0 0 32,-25-25-16,24 25 1,1 0 15,25 0-32,-25 0 1,0 25-16,-1 0 31,1-25-15,-25 24-1,0 1 1,0 0 0,0 0-1,0 0-15,0-1 16,0 1-1,0 0 17,0 0-17,0 0 1,0-1 0,0 1-16,0 0 46,0 0-30,-25-25 0,1 0 15,-1 0-15,0 0-1,0 0 1,0 0-1,0 0 17,1 0-1,-1 0-15,0 0 15,0 0 0,0 0-15,1 0 15,-1 0-15,0-25-1,0 0 16,25 0-31,0 1 32,-25-1-1,25-25-15,0 25 15</inkml:trace>
  <inkml:trace contextRef="#ctx0" brushRef="#br0" timeOffset="432414.9288">6970 5755 0,'25'-25'125,"0"25"-109,0-25-16,0 25 47,-25-25-16,24 25 63,1 0-79,-25-25 1,25 25 62,-25-24-62</inkml:trace>
  <inkml:trace contextRef="#ctx0" brushRef="#br0" timeOffset="434014.731">7045 5581 0,'0'25'250,"0"0"-219,0-1-15,0 1 31,0 0 62,0 0-46,0 0 46,25-1-93,-25 1 15,24-25-15</inkml:trace>
  <inkml:trace contextRef="#ctx0" brushRef="#br0" timeOffset="436349.5835">7367 5556 0,'0'-25'94,"0"1"15,0-1-15,25 25-94,-25-25 16,25 25-1,0-25 17,0 0-17,-1 25 1,26-24 15,-25 24-15,0 0-1,-1 0 17,-24-25-17,50 25 1,-25 0 15,24-25-15,-24 0-1,0 25 17,0 0-17,0-25-15,-1 25 31,1 0-15,0 0 0,-25-24-1,25 24 1,-25-25 15,25 25-31,-1 0 16,1 0 15,0 0 141,0-25-156,0 25-16,-1 0 93,1-25-77,0 25-16,-25-25 31,25 25-15</inkml:trace>
  <inkml:trace contextRef="#ctx0" brushRef="#br0" timeOffset="440970.6119">7194 5854 0,'0'25'281,"0"0"-265,0-1-16,0 26 31,0-25-16,0 24 17,0-24-17,0 25 1,0-25 0,0-1-1,25 1 1,-25 0-1,0 0 17,0 0-17,0-1 63,0 1-31,0 0 16,0 0-16,24 0-32,-24-1 17,0 1 30,0 0-15,0-50 156,0 0-187,0 1 15,-24 24 63,-1 0-16,25-25-63,-25 0 1,0 25 203,25-25-188,0 50 141,0 0-156,0 24 15,25-24-16,-25 0-15,25-25 16,-25 25 31,25-25 406,-1 0-390,1 0-32,-25-25-16,25 25 17,-25-25-17,0 0 17,50 25-17,-50-24-15,0-1 235,24 25-17</inkml:trace>
  <inkml:trace contextRef="#ctx0" brushRef="#br0" timeOffset="442953.5221">6598 5755 0,'25'0'172,"0"24"-157,0-24 63,-25 25-31,0 0 63,25-25-95,-1 0 95,-24 25-79,25-25-16,-25 25 204,0 0-188,0-1-15,-25-24 31,25 25-47</inkml:trace>
  <inkml:trace contextRef="#ctx0" brushRef="#br0" timeOffset="446068.9775">7392 5457 0,'0'0'0,"0"25"15,-25-25 1,25 25 62,-24-25-31,24-25 109,24 0-140,-24-25-1,25 50-15,-25-24 16,25 24 0,-25-25-1,0 0 16,25 25 1,-25-25 46,0 50 172,-25 0-235,0 24 1,0-24 15,25 0-31,-24-25 16,24 25 15,-25-25 0,25 25 48,25-25 108,-1 0-171,1 0-1,25 24 17,-25-24-17,-1 0 173,1 0-126,-25 25-46,25-25-1,0 0 95</inkml:trace>
  <inkml:trace contextRef="#ctx0" brushRef="#br0" timeOffset="489316.9234">8310 6350 0,'0'-25'234,"0"-24"-218,74-75 0,-49 99-1,0-25 1,0 25 0,0 1-16,-1-1 31,1 0-16,0 0 1,0 25-16,0-25 16,-1 25 46,-24-24-31,-24 24 126,-1 0-142,-25 0 1,25 0 0,1 0 30,-1 0 1,0 0 31,0 0-78,50 0 172,0 0-156,0 0 0,24 0 15,-24 0-16,0 0 64,0 0-1,-25 24 15,0 1-61,0 0-17,0 0 1,0 0 78,0-1 31,0 1-47</inkml:trace>
  <inkml:trace contextRef="#ctx0" brushRef="#br0" timeOffset="490724.7678">8781 5879 0,'25'-25'94,"0"25"-63,0-25-16,-1 25 142,1 0-142,0-25 95,0 25-95,0-25 1,-1 25 15</inkml:trace>
  <inkml:trace contextRef="#ctx0" brushRef="#br0" timeOffset="491908.657">8856 5680 0,'0'50'94,"0"-1"-78,0 26-1,0-50 32,0 0-31,0-1 109,0 1-78,0 0-16</inkml:trace>
  <inkml:trace contextRef="#ctx0" brushRef="#br0" timeOffset="497480.6954">9550 5110 0,'-25'0'266,"-24"0"-235,24 25-15,0-25 0,-24 24-1,-1-24 16,50 25-15,-25 0 15,0-25-15,25 25 0,-49 0-1,24-25 1,25 24-1,-25-24-15,25 25 16,-25-25 0,25 25-1,-25-25 1,1 25 0,24 0-1,-25-25 16,25 24-15,0 1 0,-25-25-1,25 50 17,-25-25 14,25-1-30,-25-24 250,25 25-141,0 0-110,-24-25 1,24 25 31,0-50 297,0 0-282,-25 0 16,25 1 0,0-1 204,0 0-236,0 50 204,0 0-234,0-1 0,0 1 15,0 0 0,0 0 32,0 0-1,25-25 188,-1 0-234,1 0-1,0 0 17,0 0 30,0-25-31,-1 25-15,1 0 15</inkml:trace>
  <inkml:trace contextRef="#ctx0" brushRef="#br0" timeOffset="502289.0209">9004 5978 0,'50'25'234,"-50"0"-218,50 49 15,-50-49-15,0 0-16,0-1 15,0 1 1,0 0 0,24 0-1,-24 0 1,0-1 0,25 1-1,-25 0 1,0 0 15,0 0 78,0-1-30,0 1-33,-25-25 283,1 0-283,24-25 142,-25 25-172,25-24 77,-25-1 1,0 25-63,25-25-15,25 50 234,-25 0-234,25-25 62,-25 24-63,25-24 17,-25 25 14,0 0 126,0 0-62,24-25 15,-24 25-110,25-25 95,-25-25 30,50-25-124,-50 25 15,25 1-15,-25-1-1,0 0 79,24 25-47,1-25 125,0 25-156,0 0 124</inkml:trace>
  <inkml:trace contextRef="#ctx0" brushRef="#br0" timeOffset="647706.5627">19224 3101 0</inkml:trace>
  <inkml:trace contextRef="#ctx0" brushRef="#br0" timeOffset="652407.5856">19224 3101 0,'-25'0'313,"0"24"-251,1-24-46,-1 50 0,0-50-1,25 25 1,-25-25 0,25 49-1,-25-24 16,25 0 1,-24 0-1,-1-25-15,25 25-1,0-1 1,-25 26-1,25-25 17,-25-25 46,25 25-47,0-1 16,-25 1-16,1-25 141,24-25-156,0 1-1,0-1 1,-50-25 0,50 25 15,0 1-16,0-1 17,0 0 61,0 50 204,0 0-265,0-1-32,0 1 15,0 0 16,0 0 16,0 0-15,0-1-17,0 1 48,0 0 15,25-25 172,0 0 31,-1 0-265,1 0 15,0 0 0,0 0-15,24-50-1,1 50-15,-25-24 32,0 24-17,-1-25 1,1 25 0,25-25 109,-25 25-110,-1-25 16,1 25-15</inkml:trace>
  <inkml:trace contextRef="#ctx0" brushRef="#br0" timeOffset="656306.3594">18852 7342 0,'0'-25'63,"0"1"-32,25 24 32,0 49-32,-1-24-31,-24 25 15,25-26 1,0 1 0,-25 25-16,0-25 15,25-1 1,0 1 0,-25 0-1,0 0-15,0 0 16,24-1-1,-24 1 17,0 0-1,25-25 281,0 0-187,-25 25-125,0 0 16</inkml:trace>
  <inkml:trace contextRef="#ctx0" brushRef="#br0" timeOffset="658989.8825">18926 7342 0,'0'25'765,"-24"25"-749,-1-26-16,0 1 16,25 25-1,0-1 16,-25-24-15,25 0 31,0 0-31,0 0-1,0-1 16,0-48 110,0-1-110,0-25-31,0 25 16,0 1-16,0-1 16,0-25-1,0 1 1,0 24 15,0 0 47,25 25 157,0 0-220,24 0 1,1 0-1,-25 25 1,49 0 0,-49-1-16,0-24 15,0 25 1,-1 0 0,1-25-1,0 0 48,-25 25-48,25-25 17</inkml:trace>
  <inkml:trace contextRef="#ctx0" brushRef="#br0" timeOffset="663172.2049">19323 3770 0,'0'-24'187,"-25"-1"454,1 0-625,-1 25-1,25-25 1,-25 25-1,0 0 17,0 0-17,25-25 1,-24 25-16,-1 0 31,0 0 0,0 0-15,0 0 0,1 0-1,-1 0 17,0 0-1,0 0 16,0 0-16,1 0-15,-1 0-1,0 0 1,0 25 31,0-25-32,0 0 1,1 25 0,-1 0-1,0-25 1,-25 25-16,50-1 15,-49 1 1,-1 0 0,50 0-1,-25-25 1,1 49 0,-1-49-1,25 25-15,0 0 16,-25 0-1,25 0 1,0-1 0,-25 26-16,25-25 15,0 24 1,0-24 0,-25 25-1,25-25 1,0 24-16,0-24 31,0 25-15,0-1-1,25-49 1,0 25 0,-25 25-1,74-1 1,-74-24-1,25-25 1,0 25-16,0-25 16,0 25-1,-1-1 17,1-24-32,0 0 15,0 25 1,0-25-1,-1 25 1,1-25-16,0 0 16,25 0-1,-1 0 1,26 0 0,-50 0-1,-1 0 1,26 0-1,0 0 1,49-25 15,-50 0-31,-24 1 16,25-1 0,-25 25-1,-1-25 1,1 0-16,0 25 15,-25-25 1,25 1 0,-25-1-1,25 25 1,-25-25 0,0 0-1,24 0-15,-24-24 16,25 24-1,0-25 1,-25 26-16,0-1 16,0 0-1,0-25 1,0 26 0,0-1-1,0 0 1,-25-74-1,0 74-15,1-49 32,-1 49-17,25 0-15,-25 0 16,0 0 0,25 1-1,-25 24-15,25-25 16,-24 0-1,-1 25 1,0 0 0,0-25 15,0 25-15,1 0 15,-1 0-16</inkml:trace>
  <inkml:trace contextRef="#ctx0" brushRef="#br0" timeOffset="671672.2427">18827 16768 0,'25'0'156,"149"-25"-125,-125 25-15,1 0 0,-50-25 15,-25 25 156,0 0-171,-24 0 0,-1 0-1,0 25 1,26-25-1,-1 25-15,0-25 16,0 0 0,0 0 62,25 25-63,-25 0 1,25-1 172,50-24-157,0 0-16,-1 0-15,-24 0 16,0 0 0,0 0-1,0 0 126,-1 0-47,1 0-16,-25-24-78,25 24 15,0 0 32</inkml:trace>
  <inkml:trace contextRef="#ctx0" brushRef="#br0" timeOffset="684061.7979">18133 12055 0,'24'0'125,"-48"0"188,-1 25-266,0-25-16,0 25 0,25-1-15,-25-24-1,25 25 17,-24 0-17,-1 0 17,0 0-17,25 0 1,-25-25-1,25 24 1,0 1 0,-25 0-1,25 0 1,0 0 15,-24-25-15,24 24-1,0 1 1,0 0 0,-25-25-1,25 25 1,0 0 15,0-1-15,-25-48 234,25-1-219,-25-25-15,25 25 62,0 1 31,0-1-78,0 0 1,0 0 202,-25 25 79,25 25-188,0 0-94,0 0-16,0-1 17,0 1-17,0 0 79,0 0-47,25-25-16,-25 25 16,0-1 0,0 1 62,25-25-77,0 0 139,0 0-155,-1 0 15,26-49-31,-25 24 16,0 25 0,-1-25-1,1 25 48,-25-25-48,25 25 17,0 0 30</inkml:trace>
  <inkml:trace contextRef="#ctx0" brushRef="#br0" timeOffset="774917.7199">6226 13667 0,'-24'0'281,"-1"0"-265,0 0-1,0 0 1,0 0 15,-24 0-15,-1 0-1,25 0 1,-24 0 15,24 0-15,-25 0-1,25 25 1,1-25 0,-1 25-16,0-25 15,0 0 1,0 0 0,1 25-16,-1-25 15,0 25 1,0-25-1,-24 24-15,-1 1 32,50 0-17,-74 25 17,49-50-32,0 49 15,0-49 1,0 50-16,1-50 15,-1 25 1,25-1-16,-25-24 16,0 25-1,25 0 1,0 0 0,-25-25-1,25 25-15,0-1 31,0 1-15,0 0 15,0 0-15,0 0-16,0-1 16,0 1-1,0 0 1,0 0-1,0 25-15,0-26 16,25-24 0,-25 50-1,50-50-15,-50 25 32,25-25-17,-25 25 1,24-1-16,1 1 31,0-25-15,-25 25-16,25 0 31,0 0 0,-25-1-15,49-24-1,-49 25 1,25 0 0,0-25-16,0 0 15,-1 25 1,1-25-16,0 25 16,0-1-1,0-24 1,24 0-1,-24 0-15,0 25 16,0-25 0,-1 0-1,1 0 1,25 0 0,-1 0-16,-24 0 15,0 0 16,0 0-31,24 0 16,-24 0-16,25-25 16,-25 1-1,0-1-15,24 0 16,-49 0 0,50 0-1,-50 1 1,25-1-1,-25 0 1,24-25 0,-24 1 15,25-26-31,-25 1 16,0 24-16,0 1 15,0 24 1,0-25-1,0 25 1,0 1 0,0-1-1,0 0 1,0 0 0,0 0-1,0 1 1,0-1 15,0 0-15,-25 25-16,25-25 31,-24 25-15,24-25-1,-25 25 1,25-24 15,-25 24-15,25-25-1,-25 0 1,0 0 15,1 0-15,24 1-16,-25 24 15,25-25 1,-25 25 0,25-25-1,-25 25 79,0-25-63,0 25-15,25-25 0,-24 25 30</inkml:trace>
  <inkml:trace contextRef="#ctx0" brushRef="#br0" timeOffset="784626.1836">18529 12551 0,'-24'-25'157,"-1"25"-142,0 0-15,-25 0 16,-49 0 15,25 0-15,24 0-16,1 0 15,24 0 1,-25 0-16,1 0 16,24 0-1,0 0 1,0 0-16,-24 0 31,24 0-15,-25 25-1,25-25 1,1 25 0,-1-25-1,0 25 1,0-25 0,0 25-1,0-1 16,25 1-31,-24 0 16,24 0 0,-25 24-1,25-24 1,0 0-16,0 0 16,0 24-1,0 1 16,0 0-15,0-26-16,0 26 31,0-25-15,0 0 0,0 24-16,0-24 15,25 0 1,-25 25-1,24-50 1,1 24-16,-25 1 16,0 0-1,25 0 1,0-25 0,-25 25-1,50-1 1,-26 1 15,1-25-31,0 25 16,0-25-1,24 0 1,-24 0 0,0 25-1,25-25 1,-1 0-1,1 0 1,24 0 0,-24 0-1,-1-25 1,1 0 0,-25 25-1,0 0 1,24-25-1,-24 1-15,0 24 16,24-25 0,1-25-1,-25 25 1,0 1-16,-1-1 31,1 0-15,-25 0-16,0 0 15,0-49 1,0 49 0,0 0-16,0 0 15,0-49 1,0 49 0,0 0-16,0 1 15,0-26 1,0 25 15,0-24 0,-25 24-15,1 25 0,-1 0-1,25-25 1,-25 25-1,0 0 17,0-25-1,1 25-15,-1-25-1,0 25 1,-25 0 15,50-24-15,-24 24-1,-1 0 1,25-25 15,-25 25 32,0 0-48</inkml:trace>
  <inkml:trace contextRef="#ctx0" brushRef="#br0" timeOffset="1.93064E6">18381 11782 0,'-25'0'375,"-25"0"-360,1 0 1,-1 0-16,-24 0 15,-1-25 1,-49 25 0,75 0-1,-26 0 1,-49 0 15,74 0-31,-49-24 16,25 24-1,-1-25-15,1 0 16,-25 0 0,-25 0-1,49 1 1,-24 24 0,25-25-16,-25 0 31,-150-25-31,150 26 15,0 24 1,-124 0 15,124 0-31,-50 0 16,0 0 0,-25 0-16,50 0 15,0 0 1,0 0-1,50 0 1,-25 0 0,49 0-16,0 0 15,26 0 1,-1 0 0,0 0-1,0 0 1,0 0 93,50-25 188,25 0-281,-25 0-16,24 0 15,1 1 1,-1-1 0,1 0-1,-25 25 1,-25-25-16,25 25 31,-1 0 32,-73 25 124,-26 25-171,1 24-1,-75 0 1,50 1 0,25-1-16,-1-49 15,25 25 1,100-50 140,-25 24-140,25-24-1,-1 25-15,-24-25 16,0 0 0,24 0-1,1 25 1,24 0-1,-24 0 1,-25-25 15,-25 24-15,25-24 31,-25-24 93,0-26-140,0-49 16,24-25 0,-24-25-1,0 99 1,0 1 0,0 24-16</inkml:trace>
  <inkml:trace contextRef="#ctx0" brushRef="#br0" timeOffset="1.93664E6">19348 2952 0,'0'25'110,"-25"-25"-95,0 49-15,-74 1 32,74-1-32,-24-24 15,-1 25 1,1-25 0,24 24-1,0-24 1,0 0-1,25 24 1,-49 1-16,49-25 16,0 0-1,0-1 1,-25 1 0,25 0 46,0 0-62,-25-25 16,25 25-1,0-1 17,0-48 264,0-1-280,0 0 0,0 0-1,0 0 1,0 1-16,0-26 16,0 25-1,0 0 1,0 1-1,0-1 1,0 0-16,0-25 16,0 26 15,0-1-15,-25 0 15,25 0-16,0 0 32,-25 25-47,25 100 266,0-51-250,0-24-16,0 25 31,0-26-31,0 1 15,0 0-15,0 25 32,0-26-1,0 1-15,0 0-1,25-25 79,25 0-63,24-25-15,1 0-1,-1 1-15,-49 24 16,0 0 0,-1-25-1,1 25 79,0 0-63,0 0 32,0 0-16,-25-25-32,24 25 17,1 0-32,-25-50 156,-74-24-125,-50 24-15,99 26-1,0 24 1,0 0-16,1 0 125,-1-25-94,0 25 16,-25 0-16,26 0-15,-26-50 0,25 50-1,0 0 16,0 0 219,1 0-218</inkml:trace>
  <inkml:trace contextRef="#ctx0" brushRef="#br0" timeOffset="1.94294E6">18852 7441 0,'0'25'31,"0"0"-16,0 0-15,0 0 16,0-1 0,0 1-1,0 0 1,0 25 0,25-26-1,-25 1 1,25 0-1,-25 0 1,0 0 15,24-25-31,-24 24 16,0 1 0,0 0 46,0 0-31,0 0-31,0-1 32,0-73 155,0 24-171,0 0-1,0 0 1,0 1 46,0-1-46,0 0 0,0 0-16,0 0 31,0-49 63,0 0-94,0 24 15,0 25 1,-24 25 0,24-25 15,-25 25 219,0 25-219,0 50-31,0-51 16,-49 76-1,74-51 1,-25-24 0,0 0-1,25 0 1,0-149 171,50 0-171,-1 0 0,1 49-1,-50 50 1,0 1-1,25-1 1,-25 0 15,25 25 141,24 0-156,-24 25-16,25-25 15,-1 49 1,1-24 0,-25 0-1,49 25 1,-49-50-16,49 49 16,-49-49-1,0 0 16,-25 25 141,-50 0-156,26-25 0,-26 0-1,0 25 16,26-1-15,-1-24-16,0 0 16,25 25-1,-50-25 1,26 25 0,-1-25 15,0 0 0,25 25-31,-25-25 16,0 25 15,1-25-15,-1 0-1,0 0 1,25 24-1,-25-24 32,-25 50-31,26-25 0,-1-25-1,0 0 1</inkml:trace>
  <inkml:trace contextRef="#ctx0" brushRef="#br0" timeOffset="1.94948E6">18728 17115 0,'49'-25'125,"26"-24"-109,49-1-1,-25 50-15,0-49 16,-49 24 0,0 0-1,-26 25 1,-48 0 109,-51 0-94,1 0-31,-1 0 16,1 0-1,-75-25-15,124 25 16,0 0 15,50 0 47,0 0-62,50 0 0,-26 0-1,-24 0-15,0 0 16,-50 0 46,0 0-46,-24 0 0,24 25-1,-25-25-15,50 25 16,-50 0 15,75-25 47,25 0-78,24 0 16,-49 0 0,0 0-1,-50 0 79,0 24-63,50-24 32,25 0-48,-1 0-15,1 0 16,-25 0 15,-75 0 47,25 50-62,-24-25 0,98-25 77,26-50-77</inkml:trace>
  <inkml:trace contextRef="#ctx0" brushRef="#br0" timeOffset="1.95281E6">19720 4043 0,'-25'-25'109,"25"1"-93,-124-76-16,99 51 16,-24-1-1,-1 1 1,-49-26 15,74 25-31,0 26 16,-49-1-1,49 0 1,-24 0 0,24 25-1,0 0-15,0 0 16,-24 0-1,24-25 1,-25 25 0,1 0-1,-1-24 1,25 24 0,0 0-16,0 0 15,-24 0 1,24 0-1,0 0 1,0 0-16,1 0 16,-1 0-1,0 0 17,0 0-17,0 0-15,-24 0 16,49 24-1,-25 1 1,-25 25 15,26-1-15,-1-24-16,25 25 16,0 0-1,0-26 1,0 51-16,0-50 15,0-1 1,0 26 0,0 0-1,0-26-15,0 1 16,0 25 0,0-1-1,25 1 16,-25 0-31,24-50 16,1 49 0,0-49-1,-25 25 1,25-25 0,0 25-1,-1-25 1,-24 25-1,25-1 1,0-24 15,25 25-15,-26 25 0,1-50-1,-25 25 1,25-25-1,-25 24-15,25 1 16,0-25 0,-1 0-1,1 25 1,0-25 0,25 0-1,-25 25-15,74 0 31,-25-1-15,-49-24 0,25 0-1,-1 0 1,1 0-16,-1 0 16,1 0-1,24 0 1,-24 0-1,24-49-15,26 24 16,-26-25 0,-24 1-1,-1 49 1,1-50-16,-25 50 31,24-25-31,-49 1 0,25 24 31,-25-75 16,0 1-31,0-1 0,0 1-1,-49-100 1,24 150-1,0-26 1,-25 25 0,-24 0-16,-50-24 15,-50-1 1,-74-24-16,50 24 16,-1 25-1,1 0 1,49 1-1,50 24-15,49 0 16,1 0 0</inkml:trace>
  <inkml:trace contextRef="#ctx0" brushRef="#br0" timeOffset="1.95573E6">19323 15156 0,'0'-25'15,"-25"25"63,-49-25 47,24 25-109,1-25-16,-1 0 16,25 25-1,-24 0 1,24 0 0,-25 0-1,26 0 1,-26 0-1,25 0 17,0 0-17,0 0 1,-24 25-16,24 0 16,0-25-1,0 25 1,1 0-16,-1-25 15,25 24 1,-25-24 0,25 25 15,0 25-31,0-25 16,-25 24-16,25-24 15,0 50 1,0-1-1,0-24-15,0 24 16,0 0 0,0 1-1,0-1 1,25-24-16,0-1 16,0 1-1,-1 24 1,1-24-1,25 0 1,-25-26 0,-1 26-1,1-50-15,25 25 16,-25-25 0,-25 25-1,49-25-15,-24 0 16,0 0-1,25 0 1,-26 0 0,26 0-16,0 0 15,-1 0 17,26-25-32,24-25 15,-50 25-15,26-24 16,-26 24-1,1-49 1,-25-1-16,24-24 16,1 25-1,-25-1 1,-25 1 0,0 24-1,0 1 1,0-1-16,0 0 15,-25-74 1,0 75 15,0 24-31,1 0 16,-1-25-16,0 26 16,25-1-1,-50 0 1,26 0-16,-26-24 15,25 24 1,-24-25 0,-1 50-1,50-25 1,-25 1-16,0 24 16,-24 0 15,24 0-16,-25 0 1,26 0 0,-1 0-16,0 0 15,0 0 1,-24 0 0</inkml:trace>
  <inkml:trace contextRef="#ctx0" brushRef="#br0" timeOffset="1.96889E6">18926 3423 0,'25'0'125,"0"0"-78,0 0-31,0-25-1,-1-24 1,1 24-16,0 0 15,25 25 1,-50-25 0,49 0-1,-24 25 1,-25-24 0,50 24-1,-26-25-15,1 25 16,0-25 15,0 25-15,-25-25-1,0 0 110,25 25-93,-1 0-17,-24-24 141,25 24-124,0 0 15,-25-25-16,25 25 31,0-50 548,-1 50-595,-24-25-15,-24 25 438,-1 25-407,0-25-31,0 50 31,-24-1 1,49-24-32,-50 0 15,25 0 1,0 0-1,1-25 1,-1 0 0,0 24-16,0 1 31,0-25-15,1 25-1,-1-25-15,0 25 16,25 0 93,-25-25-93,25 24 15,-25-24-15,25 25-16,-24-25 125,-1 25 203,25 25-313,-25-50 1,25 24 0,0 1-1,-25 0 63</inkml:trace>
  <inkml:trace contextRef="#ctx0" brushRef="#br0" timeOffset="1.9852E6">18232 12055 0,'0'25'328,"-25"0"-312,25-1-16,-25-24 15,0 25 1,25 0 0,-24 0 15,-1 0-31,0 0 31,0-1-15,25 1-1,-25-25 17,25 25-17,-24 0 16,-1 0 126,25-1-110,-25-24-1,25 25-30,-25 0 140,0-25 344,1 0-500,-1-25 16,25 0 0,-25 1-1,25-1-15</inkml:trace>
  <inkml:trace contextRef="#ctx0" brushRef="#br0" timeOffset="1.98794E6">17736 12229 0,'0'25'156,"0"-1"-140,0 1 15,25-25-31,-25 25 0,0 0 16,24-25-1,-24 25 1,0-1-1,0 1 17,25-25-1,-25 25 0,0 0 16,0 0 94,25-25 46,0 0-187,24 0 16,1-25 15,-25 25-15,49-25-16,-49 25 15,0 0 1,24 0-16,-24 0 16,0 0-1,0 0 1,0 0-1,-25-25 251,-25 0-219,-25 1-31,1 24-1,-1-25 1,25 0-16,-24 25 15,24 0 17,0 0 93,0 0-110,25-25 17,-25 25-1,-24-25 0,24 25-15,0 0-1,0-24 1,1 24 109,-1-25-109</inkml:trace>
  <inkml:trace contextRef="#ctx0" brushRef="#br0" timeOffset="2.00655E6">18827 12898 0,'0'25'16,"-25"-50"202,25 1-202,-25-1 15,25 0 0,-24 0-15,-1 25 0,0-25 15,-74-24-15,74-1-16,0 50 15,0 0 16,1-25 1,-1 25-1,-25 0 0,1 0-15,24 0-1,0 0 1,0 0 0,0 0-1,1 0 1,-51 25 15,1 0-15,24 25-1,25-26 1,-24-24 0,49 25-1,-25-25 1,0 0-16,0 0 16,25 25-1,-24-25 1,24 25-1,-25-25-15,-25 25 32,25-25-1,25 24-15,0 1-16,-24-25 15,-1 25 16,25 0-15,-25-25 0,25 25-1,0-1 1,0 1 15,0 0 0,0 0 1,0 0-1,0-1-15,0 1 15,0 0-31,0 0 15,0 0 17,50 24-17,-26-49 1,1 25 0,0 0-1,0-25 1,0 25-1,-1-25 1,-24 25-16,50-25 16,-25 24-1,0-24 1,-1 0 0,1 0-16,0 0 15,25 0 1,-26 0-1,1 0-15,0 0 16,25 0 15,-26 0-31,1 0 16,25 0-16,-25-24 16,-1 24-1,51-25 1,-50 25-16,-1-25 15,1 25 1,0 0 0,0-25-1,-25 0-15,49 1 16,-24-1 15,0 0-15,0 0-1,0 0 1,-25 0 0,0-24 93,0-1-109,0 1 16,0-26-1,-25 26 17,0 24-17,0 0 32,0 25-47,1 0 31,-1-25-15,0 0 0,-25 25-1,26-24 1,-1 24-1,0-25 1,-25 0 15,26 25-31,-1-25 16,-25 25 0,25 0-1,1-25 1,-26 25-1,25 0-15,0 0 16,1 0 0,-1 0-1,0 0-15,0 0 16,0 0 15,1 0-15,-1 0-16,0 0 31,0 0-15,0 0-1,25 25 1,-24-25 0,-1 0-1,0 0 16,25 25-15,-25-25 0,0 0-1,25 25 1,-24-25 0,24 25-16,-25-25 15,25 24 1,-25 1 15,0-25-15,25 25-16,0 0 15,-25 0 1,25-1 0,0 1-16,-25 0 31,25 0-16,-24-25-15,24 49 32,0-24-32,0 0 15,0 0 1,0 0 0,0 24-1,0-24 16,24 25-15,-24-25 0,25-1 31,-25 1-47,0 0 31,25 0 0,0-25-31,-25 25 16,25-1-1,0-24 1,-25 25-16,24-25 16,1 25-1,0-25 1,25 25-1,-1 0 17,1-25-17,-25 0-15,-1 0 16,1 0 0,50 0-1,-26 0 1,1 0-16,-1 0 15,26-25 1,-26 0 0,26 0-16,-26-24 15,26-1 1,-26 0 0</inkml:trace>
  <inkml:trace contextRef="#ctx0" brushRef="#br0" timeOffset="2.01795E6">18133 11807 0,'-50'0'62,"-24"0"-46,-26 0-1,-24 0 1,-49-25-16,-26 25 16,1 0-1,-1 0 1,1 0 0,24 0-1,-148-25 1,223 25-16,24-24 15,1 24 1,-25 0 0,-25 0 15,49 0-31,1 0 16,-26 0-16,51 0 15,-26 0 1,1 0-1,0 0 1,-1 0-16,1 0 16,-1 0-1,51-25 1,-1 0 0,0 25-1,0 0-15,0 0 31,1-25-31,-1 25 16,0-25 0,0 25-1,0 0 1,1 0 0,-1 0 124,0 0-77,25-24 46,25 24-62,0-25-31,24 0-1,-24 0-15</inkml:trace>
  <inkml:trace contextRef="#ctx0" brushRef="#br0" timeOffset="2.02034E6">15181 11237 0,'-25'0'235,"0"24"-235,0-24 15,-49 50 1,-50 49 0,74-24-1,-24-51 1,49 1 0,25 0 30,-25-25-46,25 25 16,-24-25 0,-1 25-1,25-1 17,-25 1 14,-25 25-14,50-25-32,0-1 31,25-24 110,25 25-126,49 0 16,-74-25-31,24 25 16,-24 0 0,0-25-1,-25 24 1,25-24-16,-25 25 16,0 0 77,25-25-61,-25 25-1,0 0 47,24-25-62,1 0 15,-25-50 94,0-24-110,0-100 1,0 124 0,0 26-1,0-1 1,0 0 0,25 25 62,-25-25-31,25 25-32,-25-25 1,0 1-1,0-26 1,25 25 0,-25-24-1,24-1 1,1 25 0,0-24-16,-25 24 46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5T04:09:19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17463 5209 0,'-25'50'312,"25"-26"-312,0 1 16,0 0 47,0 0-48,-25 0 1,25-1-1,0 1-15,-25 25 32,1-25-1,24-1-15,-25 26-1,0 0-15,25-1 16,-25-24-1,0 0 1,25 24-16,0-24 31,0 25 63,-24-50-78,24 25-1,0 0 17,-25-25 186,0-25-202,25-25 0</inkml:trace>
  <inkml:trace contextRef="#ctx0" brushRef="#br0" timeOffset="2513.2477">17165 5581 0,'0'25'313,"0"24"-297,0-24 15,0 0-31,0 0 15,0 0 32,0-1-31,0 1 15,0 0-15,0 0-1,0 0 173,0 0-172,0-1-1,0 1 16,0-50 219,25 1-234,0 24 15,0-25-31,-1 0 32,-24 0-17,25 25 1,0-25-1,0 25 1,-25-25 0,25 1-1,-1-1 1,1 25-16,0-25 141</inkml:trace>
  <inkml:trace contextRef="#ctx0" brushRef="#br0" timeOffset="56771.4292">3994 6772 0,'0'-50'187,"25"-49"-171,-25 0-1,0-25 1,0 24 0,0-98-16,0 148 15,0 26 1,0-1-1,25 25 173,24 25-157,-24-1-31,25 26 16,-26 24-1,26-24-15,-25-25 16,0 24 0,-1-24-1,26 0 1,-50 25-16,25-26 16,0 26-1,-1 0 1,1-50-16,-25 49 15,25-24 17,-25-75 171,-50 1-188,50 24 1,-24 0 0,-1 25-1,0-25-15,25 1 32,-25 24-17,25-25 1,-25 25-1,1 0 1,24-25 0,-25 25-1,0 0 1,0 0 0,0 0-1,1 0 1,-1 0-16,-25 0 15,1 0 1,24 0 0,50 0 249,24 0-233,1 0-17,-1-25 1,1 25-16,0 0 15,-26 0 17</inkml:trace>
  <inkml:trace contextRef="#ctx0" brushRef="#br0" timeOffset="59216.8071">4366 7491 0,'-25'0'187,"0"0"-171,-24 0-1,24 25-15,0 0 16,0-1 0,1 1-1,-1 0-15,25 0 32,0 0 30,0-1-31,25 1 16,-1-25-16,1 0-15,0 0 15,0 0-15,0 0 15,-1 0-15,1 0 15,0 0 16,0 0-16,0 0 0,-1 0-15</inkml:trace>
  <inkml:trace contextRef="#ctx0" brushRef="#br0" timeOffset="62229.4225">4118 8558 0,'0'24'125,"0"1"-109,0 0-16,0 0 16,0 49-1,0-24 1,0-25 0,25-1-16,-25 1 15,0 0 1,25-25 15,-25 25-31,0 0 47,0-1-16,0 1 0,0 0-15,-25-124 109,25 49-109,0 1-16,-25-1 15,0 25 1,25 0 0,0 1-1,0-1 1,0 0-1,0 0 1,0 0 0,0 1 15,0-1 0,0-25-31,25 50 31,-25-25-15,25 1 0,0 24-1,-1 0 1,1 0 0,25 0-1,-25 0-15,-1 0 16,-24 24-1,25 1-15,-25 0 32,0 0-17,0 0 17,0-1-17,0 1-15,-25 0 16,1-25-1,-1 25 1,-25-25 0,25 0-1,75 0 235,-25 0-218,0 0-17,24 25 1,-49-1-1,25 1 1,-25 0 0,0 0-1,0 0 17,0-1-17,0 1 16,0 0-15,0 0 0,-25 0-1,0-25 1,25 24 0,-49-24-16,24 25 15,0-25 1,0 0-1</inkml:trace>
  <inkml:trace contextRef="#ctx0" brushRef="#br0" timeOffset="64933.9917">4192 11261 0,'0'-49'172,"0"-1"-157,0-24 1,0 24 0,0 0-1,0 1-15,0 24 16,0 0 0,0 0-1,0 1 1,0-1-1,0 0 1,0 0 0,0 0 31,0 1-1,0 48 111,25 26-142,25 49-15,-25-49 16,24-25 0,-24 49-1,25-49 1,-26 0-1,1 24-15,0 1 32,0-25-17,-25 0 63,25-1-62,-25-48 156,-25-1-156,25 0-1,-25 0 1,0 25 15,25-25-31,-49 25 78,24-25-47,0 25-31,0 0 16,0 0 0,1 0-1,-1 0 32,-25 0-16,50-24 266</inkml:trace>
  <inkml:trace contextRef="#ctx0" brushRef="#br0" timeOffset="66532.3409">4391 12030 0,'-25'0'187,"0"0"-171,0 0-1,1 0 17,-1 0-17,25 25 1,-25-25 0,25 25-1,0 0 1,0-1-1,0 1 1,0 0 31,25-25-16,0 0-15,24 0-1,-24 0 1,0 0-16,0 0 47</inkml:trace>
  <inkml:trace contextRef="#ctx0" brushRef="#br0" timeOffset="70884.2363">4292 13146 0,'0'25'47,"0"25"-31,0 24-1,0-24 1,0 24 0,0-24-1,0-25 1,0-50 140,0 0-156,-25-24 16,25 24-1,-25-25 17,25 1-17,0 24 16,0-50-15,0 50 0,0 1-1,0-1 1,0 0 0,50 25-1,-26 0 16,1 0-31,25 0 32,-25 0-32,24 0 15,-24 25 1,-25 0-16,25-1 16,-25 1-1,0 0 1,0 0-16,0 0 15,0 0 17,-50-1-17,25-24 17,25 25-17,-49-25-15,24 0 31,0 0-15,0 0 0,1 0-1,48 0 267,1 0-267,50 0 16,-51 0-15,-24 25 78,25-25-63,-25 25-15,0 0-1,25-25 1,-25 24 31,0 1 0,0 0 843,-25 0-874,25 24 0,-25-24-16,1 0 15,-1 0 16,0-25 16,0 0-31,0 0 0,1 25 30,24-75 439,0 0-470,0 26 1,0-1 0,0 0 46</inkml:trace>
  <inkml:trace contextRef="#ctx0" brushRef="#br0" timeOffset="1.2059E6">17289 5308 0,'0'-25'110,"25"25"-48,-25 25 157,0 0-204,0 0-15,0 0 16,0 24 0,-25-24-16,0 0 15,25 24 1,0 1 0,-24-25-1,-1 24-15,25 1 16,0-25 15,0 0-15,0-1-1,-25 1 1,25 0 0,-25 0-16,25 0 15,-25-25 220,1-25-204,-1 0-16,25-25 1,0 26 0,-25-1-1,25 0 1,0 0 0,-25 25 15,25-25 31,0 1 1,0-1-63,0 0 31,0 50 172,0 0-187,0-1-1,0 1 1,0 0 0,0 0-1,0 0 1,0-1 15,25-24-15,-25 25 15,0 0-31,0 0 203,0 0-156,25-25 125,24-25-156,-24 0-1,0 25-15,25-25 16,-1 0-1,-24 1 1,49 24-16,-49 0 16,0 0-1,0 0 1,0 0 203,-25-25-188,0 0 141,-25 0-157,-25 25-15,-24-49 16,49 24 0,-25 25-1,1 0 1,24 0 125,0 0-79,0 0-31,1 0-31,-1 0 16,0 0 15,0 0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5T04:40:24.9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4812 3671 0,'-24'-25'250,"-1"25"-234,0 0-1,0 0 17,0 0-17,-24 0 1,24 0-1,0 0-15,-49 0 47,49 25-15,0-25-32,25 25 15,0 0 1,0 0-1,0-1 1,0 1 0,25 0-16,0 0 31,0 0-15,-1-1 15,1-24 0,0 0-15,0 0-16,0 0 47,-1 0-16,1 0 0,0 0-15,0 0 15,0 0 0,-1 0-31</inkml:trace>
  <inkml:trace contextRef="#ctx0" brushRef="#br0" timeOffset="2580.8405">4341 2753 0,'0'-24'62,"0"-26"-46,0 25 0,0-49-16,0 24 15,0 0 1,0 1 0,0-1-1,0 1-15,0 24 31,0 0 1,99 99 218,-49-24-250,0 24 31,24 1-31,-49-26 16,0-24-1,24 25 1,-24-25-1,-25 0 1,25-25 15,-25 24-31,0 1 16,25-25 15,-25-25 141,-25 1-156,0-1-1,0 0-15,0 0 16,1 25 15,24-25-15,-25 25-1,0 0 17,0 0-17,0-25 17,1 25-1,-1 0 0,0 0-15,0 0-1,0 0 17,1 0-17,-1 0 16,50 0 282,-1 0-297,26-24-1,0 24-15,-1 0 16,1 0-1,-25 0 1</inkml:trace>
  <inkml:trace contextRef="#ctx0" brushRef="#br0" timeOffset="5545.0761">4639 4564 0,'0'25'125,"0"24"-109,0 1-1,0 0 1,25 99-16,-1-100 15,-24-24 1,25 0 0,-25 0-1,0 24 17,0-98 124,-25-26-156,-24-24 15,49 24 17,-25 51-32,0-26 31,25 0-31,0 26 31,0-26-15,0 25-1,0 0 32,0-24-31,0 24 15,0 0-15,25 25 62,0 0-62,0 0-1,-1 0 1,1 0-16,0 0 31,-25 25-15,0 25 15,0-26-31,0 26 31,0-25-31,0 0 16,0-1-1,0 1 17,0 0-1,-25-25 0,0 0-31,25 25 47,0-50 109,25 25-140,0 0 15,0-25 0,0 25-15,-1 0 0,1 0 15,0 0 0,0 0 0,-25 25 1,0 0-17,0 0 17,0-1-17,0 1 16,0 0-31,0 0 32,-25 0-1,25 0 0,-25-1 0,0-24 1,25 25-17,-24-25 1,-1 0 0</inkml:trace>
  <inkml:trace contextRef="#ctx0" brushRef="#br0" timeOffset="8668.3193">17612 5854 0,'24'0'47,"51"0"-31,-25 0-16,-1 0 15,75-25 16,-99 25-15,25 0 0,-75 0 124,-149 0-108,50 0-1,99 25-31,-24-25 15,-1 0 1,25 0 15,75 0 141,-25 0-172,24 0 16,1 0-1,0 0 1,24 0-16,-49 0 16,0 0 31,-50 0 140,-25 0-156,25 0-31,1 0 32,-1 0-32,50 0 171,24 0-155,-24 0 0,25 0-1,-26 0 17,-48 0 93</inkml:trace>
  <inkml:trace contextRef="#ctx0" brushRef="#br0" timeOffset="12071.8809">16099 1637 0,'-50'0'94,"25"25"-78,-24 49 15,-1-49-31,50 0 16,-25 0-16,0-25 109,25 25-78,-24-25 141,-1 49-141,0-24 1,25-50 155,0 0-156,0 1 1,0-1-17,0 0 141,0 0-140,0 50 203,0 0-204,0 0 17,0-1-17,-25 1 17,75-25 249,-25 0-266,-1-25 1,26 25 0,0-24-1,-26 24 1,1 0 0</inkml:trace>
  <inkml:trace contextRef="#ctx0" brushRef="#br0" timeOffset="15950.0738">17587 2480 0,'0'50'125,"-50"-25"-125,-24 173 16,24-123-1,25-26 1,1 51 0,-1-76 15,25 1-16,0 0 1,0 0 0,0 0-1,0-1 1,-25-24 15,0-24 157,25-1-173,-25 0-15,1-25 16,24 1 15,-25 24-15,25 0 31,0 0 62,0 1-78,0 73 172,0 1-187,25-25 15,-25 24-31,24-24 32,-24 0-1,0 0-16,25-25 17,-25 24 61,25-24-46,0 0 125,0-24-156,24-26-1,-24 25 1,0 0 0,0 25-1,-25-24 1,24-1 31</inkml:trace>
  <inkml:trace contextRef="#ctx0" brushRef="#br0" timeOffset="21632.4254">17339 6970 0,'-25'50'234,"0"-1"-218,-24-24-1,49 0 1,-25-25-1,0 25 1,25 0 15,-25-1-15,25 1 0,-25-25-1,25 25 16,-24 25 1,-1-50-32,25 24 15,-25 1 79,25 0-63,0-50 188,-25 0-203,0-74 15,25 74-31,0 1 31,0 48 188,0 1-219,0 0 16,0 0-1,0 0 126,25-25 124,0 0-249,0 0 0,49 0-1,-24-25 17,-25 25 93</inkml:trace>
  <inkml:trace contextRef="#ctx0" brushRef="#br0" timeOffset="23891.7202">17388 10170 0,'0'0'0,"50"-25"63,74 25-32,-74 0-31,24-25 16,-24 25-1,-1 0 1,-24 0 0,0 0-1,0 0 32</inkml:trace>
  <inkml:trace contextRef="#ctx0" brushRef="#br0" timeOffset="30787.5656">15255 5854 0,'-74'0'172,"49"50"-157,-49-1-15,24 1 16,0-25 0,1 49 15,24-49 0,25 0-31,-25-25 31,25 24-15,0 1 31,-25-25 140,25-25 79,0-24-235,0-1 1,0 25-17,0 1 79,0 48 375,0 1-454,0 74 17,0-74-17,0 0 1,0 0 78,25-25-1,0 0-77,25-25 0,-1-25-16,-24 50 15,25-49 1,-26 49 15,-48 0 219,-1 0-234,0 0-1,25-25-15,-50 25 16,26-25 0,-1 25-1,0 0 1,25-25 15,-25 25-15</inkml:trace>
  <inkml:trace contextRef="#ctx0" brushRef="#br0" timeOffset="63467.5351">4738 7838 0,'-50'0'250,"1"0"-219,-1 25-31,25 0 16,-24 0 31,49 24-32,-25-49 1,25 50 0,0-25-1,-25-25-15,25 25 16,0-1 0,0 1 15,25-25-16,0 0 1,24 0 15,26 0-15,-50 0 0,24 0-16,-24 0 15,0 0 16</inkml:trace>
  <inkml:trace contextRef="#ctx0" brushRef="#br0" timeOffset="65470.0618">4440 7342 0,'0'-49'62,"0"-1"-46,0-24-1,0-26 1,0 1 0,0 25-16,0-1 15,0-49 16,0 75 1,0 98 171,75 1-188,-26 24 1,1-24 0,24 0-1,-24 24-15,-25-49 16,0 0 0,-1-25-1,-24 24 423,-24-48-173,24-1-265,-25 0 16</inkml:trace>
  <inkml:trace contextRef="#ctx0" brushRef="#br0" timeOffset="66525.0763">4490 7045 0,'-25'0'78,"25"24"-15,25-48 15,0-1-63,24-25 1,1 25-16,0 1 16,-50-1-1,24 25 1,1 0 62</inkml:trace>
  <inkml:trace contextRef="#ctx0" brushRef="#br0" timeOffset="70470.1456">6077 8037 0,'0'0'0,"-24"0"16,-1 0 15,0 0 0,0 0 16,0 0-16,25-25 1,0 0-1,-24 25-31,24-25 15,0 0 17,0-24-17,-25 24 17,25 0-17,0-24 16,0 24-15,0 0 15,0 0-31,0 0 16,0 1 15,0-1 0,49 0-31,-24 0 32,25 0-17,24 25 1,1 0 15,-50 0-31,-1-24 16,1-1-1,0 25-15,0 0 47,0 0-31,-1 0-16,1 0 16,0 0-1,25 0 16,-1 0 1,-24 0-32,0 0 15,0 0-15,-1 0 16,1 0 0,-25 25-1,25-25-15,0 49 16,0-49-1,-1 50 1,-24-25 15,50 24 1,-50 1-17,0-25 1,0-1-1,0 26 1,0-25 0,0 0-16,0-1 15,0 26 1,0-25 0,0 0-1,0 0 1,0-1 15,-25 1 0,-24 25 1,24-25-17,0-25 1,0 24-1,0-24 1,1 25 0,-1-25-1,0 0-15,0 0 16,-74 25 31,25-25-16,49 0-31,0 0 16,0 0-1,0 0-15,1 0 16,-1 0 0,-25 0 15,25 0-16,-24 0 17,24 0-1,0-50-15,0 50-1,25-24 1,-25 24-1,1 0 1,24-25-16,-25 0 31,25 0-15,0 0 15,-25 25-15,25-24 15,0-26 0,0 25-15,0 0 0,-25 0-16,25 1 31</inkml:trace>
  <inkml:trace contextRef="#ctx0" brushRef="#br0" timeOffset="74102.0279">6698 10071 0,'-50'0'141,"-24"0"-110,74 25-15,-25-25-1,0 24-15,0-24 32,75 0 124,-25 0-141,-1 0 1,-24-24 0,25 24-1,-74 0 95,24 0-95,-25 0 1,1 24-16,24-24 16,0 0-1,0 0 1,50 0 78,25 0-79,-1-24 1,50-1-1,-49 25-15,-25-25 16,0 25 15</inkml:trace>
  <inkml:trace contextRef="#ctx0" brushRef="#br0" timeOffset="77368.1896">15429 5978 0,'-25'0'47,"0"0"-32,0 0 17,-24 0-32,-1 0 15,25 25-15,-24 0 16,-1-1-1,25-24 1,1 25-16,-1 0 31,0 0 219,0 0-234,0-25 203,25-25-188,0 0-15,-24 25-16,24-25 46,0 0 33,-25 25-48,25-24-16,0-1 17,0 0-32,-25 25 15,0-25 1,25 0 0,0 1-1,0 48 126,0 1-126,0 25-15,0-25 16,0 24 0,0-24 15,0 0 47,25-25-15,0 0-48,0 0 16,24 0-31,1 0 16,-25 0 15,24 0 1,-24 0-17,0 0 16,0 0-15,-50 0 203,0 0-204,0 0 1,0-25 0,1 25-1,-1-50 17,-25 50-1,25-24-16,1 24 32,24-25 0,-25 25-31,0-25-16,25 0 47,-25 25 109</inkml:trace>
  <inkml:trace contextRef="#ctx0" brushRef="#br0" timeOffset="80924.8358">4664 8781 0,'0'49'47,"0"1"-32,0 0 1,0 24-1,0 50 17,24-25-1,1-74-15,0 25-16,-25-25 15,0 74 1,0-74-1,0-1 1,25-24-16,-25 25 31,0-74 79,0 24-95,-25-25-15,0 1 16,25 24 0,0 0-1,-25-25 1,25 26-1,-24-26 1,24 0 15,0-24 1,0 24-17,0 25 1,0 1 15,0-1-15,0 0-1,24 0 1,26-24 0,-25 24-1,-25 0 32,25 25-16,-1 0-15,1 0-16,0 0 16,0 50-1,-25-26 1,0 1-1,0 0 1,0 0-16,0 0 16,0 24-1,0 26 17,-25-26-1,0-49-16,25 25 1,-25-25 0,1 0 15,-1 0 16,25 25-32,25-50 157,-1 0-140,51 1-1,-50 24 0,-1 0-31,1 0 47,-25 24-16,0 1-15,25-25 15,-25 25-15,0 0 15,0 0 0,0-1-15,0 1 31,0 0-32,0 0 17,0 0-17,0-1 1,-25 1 31,-24-25-16,24 0-15,0 0-1,0 0 1,0 0-1,1 0 32,-1 0 16</inkml:trace>
  <inkml:trace contextRef="#ctx0" brushRef="#br0" timeOffset="88834.6251">4936 12973 0,'0'0'16,"25"0"156,0-25-157,0-25 1,0 26 0,0-26-16,-1 50 15,-24-25 1,0 0 31,25 25-16,0-49 0,0 49-31,-25-25 31,49 0 32,-24 0-47,0 1-1,-25-1 63,-25 25 125,0 0-171,1 0-32,-1 0 31,0 0 0,50 0 219,0 0-234,-1-25 15,1 25-15,0 0 124,-25 25 110,0 49-218,0-24-1,0-25-31,-25-1 15,25 1 142,-25 0-64,25 0-77</inkml:trace>
  <inkml:trace contextRef="#ctx0" brushRef="#br0" timeOffset="93015.8676">6499 14560 0,'50'-24'109,"-1"24"-93,1-25 15,-25 0-31,0 25 16,-1 0 15,1 0 0,-99 50 204,-1-26-220,1 1 16,74 0 1,25-25 46,49 0-63,-74-25 1,25 25 0,25-25-16</inkml:trace>
  <inkml:trace contextRef="#ctx0" brushRef="#br0" timeOffset="100282.3621">14263 10195 0,'-25'49'187,"-124"51"-171,125-51-1,-26 1 1,-49 24 15,74-24 1,25-25-17,-25-25 1,25 24-1,0 1 1,0-74 187,0 24-187,-25 0-1,25-25 1,0 26-16,0-26 16,0 25-1,0-24 17,0-1-1,0 75 219,0 49-235,0-49 1,0 0 0,0 0-16,0-1 15,0 1 1,0 0 15,0 0 0,0 0 1,0-1 15,0 1 62,0 0-15,0 0-79,25 0 48,0-25-1,0 0-46,0 0 0,24 0-1,-24-25 1,0 25-1,-25-25 1,25 25 0,-25-25-1,24 25 63,1 0-31,0 0-31,0 0 15,0 0 0,-75-25 79,0 1-95,-24-51 1,-25 50 0,24-74-1,-24 50 1,74 24-16,1-25 16,-26 1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5T04:43:34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9054 2604 0,'25'0'172,"0"25"-157,24-25 1,50 0-16,-74 0 31,0 0 157,-75 0-79,-74 0-93,75 25-1,-1-25 1,1 0 0,24 25-1,0-25 17,50 0 93,24 0-125,1 0 15,0 25 1,-1-25-1,1 0 1,-1 0 0,26 0-16,-25 0 15,-1 0 1,-74 0 187,-24 0-187,24 0-16,-25 25 15,1-25 1,-1 0 0,0 0-16,26 0 15,-1 0 1,0 0-1,0 0 17,50 0 218,0 0-235,0 0 1,-1 0 0,26 0-16,-25 0 15,0 0 1,24 0-1,-74 0 142,-99-25-142,75 0 1,-1 25 0,25 0-1,1 0 16,98 0 63,0 0-78,1 0-16,-1 0 15,-24 0 1,-25 0 0,24 0-1,-24 0 1</inkml:trace>
  <inkml:trace contextRef="#ctx0" brushRef="#br0" timeOffset="17402.1006">8905 2704 0,'25'0'187,"0"0"-187,0 0 16,-1 0-1,26 0 1,0 0 0,-1 0-1,-24 0-15,0 0 16,24-25-1,-24 25 1,0 0 0,0 0-1,0 0 1,0 0 0,-1 0-1,1 0 16,0-25-15,0 25 15,-50 0 219,0-25-234,0 25-16,-24 0 16,24 0-1,-25 0 16,25 0-15,75 0 406,0 0-406,-50-25-1,49 25 1,-24 0-1,-50 0 126,-24 0-125,-1 0-1,0 0-15,-24 0 16,49 0 15,0 0-15,1 0 46,-1 25-30,25 0-17,-25-25 1,0 0-1,0 25 64,1-25-48,24 25-16,-25-25 17,0 0 77,25 25-93,0-1 46,25-24 298,0 0-329,-1 0-16,1 0 1,0 0 0,25 0-1,-26 0 17,1 0-17,0 0-15,0 0 16,0 0 15,-1 0-15,26 0 31,-25 0-16,0 0 0,0 0 0,-1-24 94,1 24-93,0 0-17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5T05:13:24.7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10294 2778 0,'0'0'0,"0"-25"15,-25 50 157,-24 25-156,-1-25-1,25 24-15,1 1 16,-76 74 0,51-25-1,49-25 1,-25 1 0,25-26-1,0 1 1,0-25-16,0 24 15,-25 1 1,25-25 78,-25 0-79,25 24 1,0-24 15,-24-25 188,-1-25-203,0 0-1,0 25-15,25-24 32,0-1 124,0 50 156,25-1-296,-25 1 0,25 0 124,-25 0-62,25-25 32,-1 0-17,1 0 1,0 0-78,0 0-1,-25-25 17,25 25 15</inkml:trace>
  <inkml:trace contextRef="#ctx0" brushRef="#br0" timeOffset="2815.1241">10592 2456 0,'0'-25'140,"-25"25"-124,-24 0 15,24 25-15,25-1 0,-25 26-1,25 0 16,0-26-31,0 26 32,0-25-17,0 25 17,0-26-17,0 1 1,25-25-1,24 0-15,-24 0 32,0 0-17,0 0-15,0-25 16,-1 1 0,-24-26-1,25 0 1,25-49-1,-50 74 1,0 0-16,0 75 203,0-25-187,0 0-1,0-1 1,25-24 0,24 25-1,-24-25 1,0 0 0,0 0-16,-25-49 78,0-1-63,0 25 1,0 0 15,0 1-15,-25 24 31,0 0-32,0 0 17,0 0-1,50-25 141,0-25-157,25 25 1,-26 25 0,1 0 15,-25 25 47,0 50-62,25-51-1,0 1 1,-25 0-1,25-25-15,-25 25 16,24-25 0,1 0 31,-25-50 15,0 1-46,0 24-1,25 0 1,-25 0 0,25 25 140,0 0-141,24 25 17,-24-25-32,0 0 31</inkml:trace>
  <inkml:trace contextRef="#ctx0" brushRef="#br0" timeOffset="4528.4635">11162 2282 0,'50'50'79,"-25"-26"-64,0 1 1,-25 0-1,24-25-15,-24 25 32,0 0-1,0-1 16,0-48 31,0-51-62,0 1-1,0 24 1,50 50 62,-25 0-62,0 0 15,0 0-16,-25 25 1,24-25 0,-24 25-1,25-25 79,0-25-63,-25 0-15,0-49-16,0 24 16,0-24-1,0 24 1,0-24-16,-25 49 15,-24-74 1,24 99 15,0 0 79,25 25-79,0-1-15,0 1-1,0 0 1,0 0-1,0 0-15,25-1 16,0 1 0,99 74-1,-75-74 1,1 0 0,-25 0-16,-1 0 15,1-1 1</inkml:trace>
  <inkml:trace contextRef="#ctx0" brushRef="#br0" timeOffset="5194.8968">11386 2133 0,'0'-25'47,"25"25"-31,24-24 0,-24-1-1,74-25 1,-99 25-1</inkml:trace>
  <inkml:trace contextRef="#ctx0" brushRef="#br0" timeOffset="5866.7519">11832 2133 0</inkml:trace>
  <inkml:trace contextRef="#ctx0" brushRef="#br0" timeOffset="9902.258">11956 1811 0,'-25'0'15,"1"0"17,-1 25-17,0-1 1,25 1-1,0 0 1,25-25 62,0 0-62,-1 0-1,1 0-15,0 0 47,0 25 16,-25 0-48,0-1 1,0 1 0,0 0 31,-25 0-16,0-25 0,0 0 141,50 0 140,25 0-280,-1-25-1,-49 0-15,25 0-1,-25 1 16,25 24-15,-25-50 31,25 0-31,-25 26-1,0-1 48,0-25 93,0 75 0,0 0-125,0 0-15,0-1 15,0 1-15,0 0 31,0 0-16,25-25-15,-1 0 15,1 0 16,-25-25 62,0 0-62,0 0-31,0 1-1,0-1 32,0 0-31,-25 25 78,1 0-32,24-25 235,74 25-297,-49 0 16,0 0-1,-1 0 1,1 0 15,0 0-15,-25 50-1,25-50 1,-25 25 0,-25-25 171,0-25-109,25 0-62,0 0-1,0 0 1,0 1 0,-25 24-16,25-25 31,0 0-15</inkml:trace>
  <inkml:trace contextRef="#ctx0" brushRef="#br0" timeOffset="11779.5875">12403 1265 0,'0'25'32,"0"0"-17,0 24 1,24 1-16,1-1 15,-25 1 1,50-25 0,-25 24-16,-25-24 15,25 0 1,-25 25 0,0-25 46,-75-199 126,50 124-173,0 25-15,25 1 16,-24 24 78,-1 0-1,0 0 48,25 24 62,0 1-187,50-25 171,-1-49-187,-24 49 16,0 0-1,0-25 1,24 25 78,-24-25-63</inkml:trace>
  <inkml:trace contextRef="#ctx0" brushRef="#br0" timeOffset="14552.5756">12948 2332 0,'0'0'0,"199"74"15,24 0 1,-74 1-16,-50-1 16,0-24-1,-74 0 1,0-26-1,-25 26 1,25 24-16,0-24 16,24 173-1,-24-74 1,25-50 0,-50 25-1,0-49 1,24-26-16,-24-24 15,0-50 329,-24 25-328,-26-49 62,0-1-62,1 25-1,-1-24 1,25 49 15,25-25 63,75 273 78,-50-174-157,-1-24 1,1-25 0,-25 0-1,0-1-15,25-24 250,0-49-250,0-1 16,-1 1-1,1 24 1,-25-50 0,25 50-1,0 1-15,-25-26 16,25 25 0,-25 0 15,-25 25 188,-74 0-204,49 0-15,25 0 16,-24 0-1,24 0 17,0 0-1,0 0-15,0 0 15</inkml:trace>
  <inkml:trace contextRef="#ctx0" brushRef="#br0" timeOffset="17906.1655">12874 2133 0,'50'0'140,"24"0"-124,25-25 0,75 1-1,49 24-15,25-25 16,695 25 0,-621-25-1,-99 25 1,-24 0-1,-50 0-15,-50 0 16,-25 0 0,1 0-1,-1 0 1,-24 0 0,-1 25-16,26 24 15,-26-24 1,1 25-1,0-25 1,-1 74-16,-24-74 16,0 49-1,0-49 1,-25 24-16,24-24 16,-24 25-1,25-1-15,0 1 16,0 0-1,0 24 1,-1-24-16,1 49 16,-25-49-1,25-1 1,0 26 0,-25-26-16,0 1 15,25-1 1,-25 26-1,0-50-15,49-25 297,1 0-281,0 24 0,-1-24-1,-24 25-15,25 0 16,-26-25-1,1 25 1,25 0-16,-50-1 16,49 26-1,-49 0 1,50-26 0,-25 26-16,-25-25 15,25-25 1,-25 25-1,0 0-15,0-1 94,24-24-78,-24 25-16,25-25 15,-25 25 1,-25-25 125,-24 0-110,49-25-15,-50-24 62,1 24-63,-1-25 1,25 50 0,0-25-16,75 50 312,24 25-296,-24-25-16,-25-1 15,0 1 1,-25-74 171,24-1-171,-24-25-16,25 51 47,-25-26 0,0 25-32,25 25 1</inkml:trace>
  <inkml:trace contextRef="#ctx0" brushRef="#br0" timeOffset="21872.8343">12998 2158 0,'-25'0'32,"25"-25"-1,0 0 63,149-74-79,25 50 1,49-1-1,0 25 1,25-24 0,0-26-1,75-24-15,-26 49 16,1 25 0,446-49-1,-397 74 1,-49 0-1,25 0-15,-26 0 16,1 0 0,-75 25-1,-49 0 1,-1-1 0,-24 1-1,-25 0-15,0 0 16,75 49-1,-150-49 1,1 25 0,24-25-1,1 24 1,-26 1-16,1-25 16,-25-25-1,24 49 220,51 1-220,-1 24 1,0-49-1,298 149 1,-223-100-16,-75-74 16,25 50-1,-50-26 1,1 26 0,-26-50-1,26 50-15,-26-26 16,26 1-1,98 50 1,-74-1 0,-24-24-16,-1-1 15,26 1 1,-51-25 0,1 24-1,-1 1 1,-24-25-1,25 24 1,-1-24-16,-24 50 16,25-51-1,-1 26 1,-24-25-16,0 24 16,0 1-1,0 24 1,-1-49-1,-24 0 1,0 0 93,0 0-93,0-1 31,0 1 94,0 0-126,0 0 32,-24-25 47,-1 0-63,0-50-15,0 50-16,25-25 15,0 1 1,-25 24 0,25-25 109,-24 25-94,24-25-16,0 50 142,24 0-126,-24-1 0,25-24-15,-25 25-1,0 0 1,25 0 0,0-25 31,-25 25-16,25-25 266,49-149-282,-49 99 1,24 1 0,1-1-1,-50 25 1,25-24-1,0-26 1,-1 50 0</inkml:trace>
  <inkml:trace contextRef="#ctx0" brushRef="#br0" timeOffset="24045.3424">12924 1414 0,'24'-25'62,"26"0"-46,24-24 0,-24 24-1,-25 0 1,0 25-1</inkml:trace>
  <inkml:trace contextRef="#ctx0" brushRef="#br0" timeOffset="25849.6782">12998 1488 0,'25'0'110,"49"-49"-95,-49 24 1,25 0 0,-1 25-1,-49-25 1,25 0 0,-50 1 234,-49-1-235,24-25-15,25 25 16,1 25-1,-1 0 157,74 0-15,26 0-142,-50 25 1,24-25-16,-24 25 15,-25 25 79,0-1-78,0 26-1,0-26 1,0 1 0,0-25-16,-25-1 15,25 1 32</inkml:trace>
  <inkml:trace contextRef="#ctx0" brushRef="#br0" timeOffset="27480.0612">13519 1042 0,'0'25'62,"0"-1"-46,-25 1-1,0 25 1,25-25-16,0-1 31,0 1-15,0 0 15,25-25 0,25 0-31,-25 25 32,-1-25-17,1 0 17,0 0 14,25 0-14,-26 0-1,-24-50 47,0 25-62,0-24-1,0 24 32,0-25 0,0 26 0,-24 24 0,-1 0 0,0 0-32,0 0 1,0 0 15,1 0 32,-1 0-63,-25 0 15,50-25 1,-25 25 0</inkml:trace>
  <inkml:trace contextRef="#ctx0" brushRef="#br0" timeOffset="29237.1433">13866 719 0,'0'25'78,"0"0"-63,0 25 17,0-26-32,0 1 15,-25 0 1,25 0-16,0 0 15,0 24 1,0-24 0,0 25 15,0-26-15,0 26-1,0-25 16,0 0 1,25-25-32,0 49 15,25-24 17,-26 0-17,1-25-15,0 25 16,0-25-1,0 0 1,-1 0 15,1 0 1,0 0-1</inkml:trace>
  <inkml:trace contextRef="#ctx0" brushRef="#br0" timeOffset="36574.4515">14040 893 0,'25'0'172,"24"25"-156,-24 0 15,-25-1-15,25 1-1,-25 0 1,0 0 15,0 0-15,0-1 78,0-48 62,0-1-141,0-50 1,0 51-16,0-1 31,0 0-15,0-25 0,0 26-1,0-1 1,0 0-16,25 25 78,-25-25-78,24 25 16,1 0 30,0 0-14,0 0-17,-25 25 1,25-25 0,-25 50-16,24-26 31,-24 1-16,25 0 1,-25 0-16,0 24 31,25-49-15,-25 25 0,0 0 15,0 0-16,0 0-15,0-1 32</inkml:trace>
  <inkml:trace contextRef="#ctx0" brushRef="#br0" timeOffset="37706.6925">14263 571 0,'25'0'47,"0"24"-32,99 26-15,-100 0 16,1-50-1,0 24 1,-25 1 0,25 0-1,-25 25 1,0-1 0,0 1-1,0-25 1,0-1-16,0 26 15,0-25 1,0 0 0,0-1 15</inkml:trace>
  <inkml:trace contextRef="#ctx0" brushRef="#br0" timeOffset="39559.3727">2034 4564 0,'25'0'78,"0"-25"-47,-25 0-15,25-49-1,49 0-15,1-75 16,-51 25-1,1 49 1,25 51 0,-50-1-1,0 0 1,25 25 171,24 25-171,-24 24 0,49 100-1,-49-74 1,-25-51 0,0 1-1,0 0-15,25-25 110</inkml:trace>
  <inkml:trace contextRef="#ctx0" brushRef="#br0" timeOffset="41596.7972">2456 4018 0,'-25'0'110,"25"25"-79,-25 25-15,25 148-16,-24-74 15,24-25 1,-25 25 0,0-24-1,25-1 1,-25-25-1,25 224 1,0-199-16,0 0 16,0 25-1,0-24 1,0-1 0,0 0-16,0 25 15,0 25 1,0-50-1,-25 0 1,25-24 0,-24-26-16,24 26 15,0-50 1,0 24 0,0-24-16,-25 49 15,25-24 1,0-25-1,0 0 1,0-1-16,0 51 359,-25-25-343,25 24 0,0-49-1,0 0 1,-25 74-16,25-50 16,-25-24-1,25 0 1,0 0-1,0 0-15,0-1 32,-24 1-1,24 0-15,0 0-1</inkml:trace>
  <inkml:trace contextRef="#ctx0" brushRef="#br0" timeOffset="43033.5252">1836 7987 0,'0'0'0,"50"0"31,24 99 1,-74-49-17,25 24-15,0-24 16,-25 0 0,0-1-1,0-24 1,0 25-16,0-26 31,0-48 63,0-26-79,0-24-15,0-1 16,0 26 0,0-26-1,0 50 1,0 1 0,49-1-16,-24 25 15,0-50 1,24 25-1,1 0 1,-25 25 0,0 0 15,-1 0-15,1 50-1,50 74 1,-51-49-1,1-1 1,-25-24-16,0-1 16,25 1-1,-25-25 17</inkml:trace>
  <inkml:trace contextRef="#ctx0" brushRef="#br0" timeOffset="47073.1528">2555 8062 0,'0'0'0,"0"24"16,25-24 77,25 0-77,-26 0 15</inkml:trace>
  <inkml:trace contextRef="#ctx0" brushRef="#br0" timeOffset="48518.3083">2630 8210 0,'-25'0'15,"0"0"1,50 0 250,0 0-251,-1 0 16,1 0 1</inkml:trace>
  <inkml:trace contextRef="#ctx0" brushRef="#br0" timeOffset="49837.0845">2729 7987 0,'0'50'141,"25"-25"-126,-25-1-15,0 26 16,0 0-1,24-50 1,-24 24 0,0 1 62,0 0-47,0 0 32,0 0-48,0-1 188,0 1-187</inkml:trace>
  <inkml:trace contextRef="#ctx0" brushRef="#br0" timeOffset="51788.0959">2952 8086 0,'-25'0'16,"0"0"0,25-24 15,-24 24-31,24-25 78,24 25-15,-24-25-32,25 25-16,0 0 1,0 0 0,25 0-16,-26 0 62,-24 25-15,0 0-16,0-1-31,0 1 16,0 0 0,0 0-1,0 24 1,0-24-16,0 0 15,0 0 17,-24-25-17,24 25 1,-25-25 0,25 24 15,0 1 0,-25-25-15,25 25 15,-25-25 31,0 0 32,50 0 156,0 0-219,25 0-15,-1 0 15,26 0-31,-51 0 32</inkml:trace>
  <inkml:trace contextRef="#ctx0" brushRef="#br0" timeOffset="55632.2819">2431 8731 0,'0'0'0,"-25"0"16,25 25 62,0 74-62,0 645-16,25-347 15,-25-74 1,25-26 0,-25-24-1,0 0 1,0 0 0,0 25-1,0-26-15,0-48 16,0-51-1,0-49 1,0-49-16,0-50 16,25 24-1,-25 1 235,0 24-234,-25 100 0,25-75-1,-25 25 1,25-49-16,0-26 15,0-24 1,0 0-16,0 0 16,0-1-1,0 1 1,0 50 0,0-51 46,0 1-15,0 0-31,0 25-1,0-26-15,0 26 16,0-25-1,0 24 1,0-24 0,0 25-1,0-1 1,0 1 0,0-25 15,25 0-16,-25 24 1,0 1 0,0-25-16,0-1 15,0 1 17,0 0 30,0 0-46,0 0-16,0-1 15,0 1 17,0 0 421,0 25-438,0-1 1,0-24-16,0 0 16,0 0 15,0 0-16,0-1 1,-25-73 312,0 24-312,1 0-1,-1 0 32,-25-24-31,1 49 0,49-25-1,-25 25 1,0-50 78,0 50-79,25-25-15,-25 25 16,75 50 156,-50 25-157,50-26 1,-50-24-16,49 25 16,-24 24-1,0-74 1,0 50-1,-1-50 95,-24 24-95,25-24 126,0-24-78,-25-1-48,50-99-15,-26 74 16,26 1-1,-25-1 1,24 0 0,-24 25-1,0 25-15,-25-24 16</inkml:trace>
  <inkml:trace contextRef="#ctx0" brushRef="#br0" timeOffset="61684.1729">3845 3101 0,'25'0'31,"-25"49"78,-50 1-77,1 49-17,-1-49 1,0-1-16,1 1 16,49-25 15,-25-25-16,25 24 126,0 1-94,25-25-31,0 25-16,24-25 15,-24 0 1,25 25-1,-1-25 1,26 25-16,-26-1 16,-24-24-1,0 25 1</inkml:trace>
  <inkml:trace contextRef="#ctx0" brushRef="#br0" timeOffset="63688.2647">3671 3473 0,'25'0'172,"25"0"-157,-1 0 1,51-25-16,49 0 16,24 25-1,447-50 1,-421 26 0,-26-1-1,-49 25 1,-24 0-1,-1 0 1,-25-25 0,25 25-16,-24 0 15,-50 0 1,-1 0 31,1 0 0,25 0-32,-25 0-15,24 0 32,-74-50 155,-24 26-156,-1-1-15,25 0 15,1 25 47,73 0 63,-24 25-125,0-25-1,49 74 1,-74-49 31,0 0-16,-25 0-31,-24 24 16,-1-24-1,25 0 1,25 0-1,-24-25 17</inkml:trace>
  <inkml:trace contextRef="#ctx0" brushRef="#br0" timeOffset="64645.3547">3771 2480 0,'24'0'62,"51"0"-46,-26 0-1,1 0 1,0 0 0,-25 0-1,-1 0-15,1 0 47</inkml:trace>
  <inkml:trace contextRef="#ctx0" brushRef="#br0" timeOffset="65475.5722">3820 2580 0,'25'0'78,"0"0"-62,24 0-1,1 0-15,0 0 16,-25 0 0,24 0-1</inkml:trace>
  <inkml:trace contextRef="#ctx0" brushRef="#br0" timeOffset="66457.2228">4044 2257 0,'0'25'94,"0"0"-79,-25 0 1,25 24 0,-50 26-16,25-26 15,0 1 1,1-25-1,24-1-15,0 1 16,-25-25 0,25 25 15,-25 0 47,0-25-31,25 50-31,-25-26 15,25 1-16</inkml:trace>
  <inkml:trace contextRef="#ctx0" brushRef="#br0" timeOffset="68001.2131">4143 2406 0,'0'0'0,"0"-25"31,0 50 94,0 0-110,0 0 1,-25-1 0,25 1-1,0 0-15,-25-25 47,25 25-31,0 0 31,-25-1-32,1 1 32,-1 0 0,25 0-47,0 0 47,-25 0 0,25-1-32,0 1-15,0-50 219,0 1-172,0-26-31,25-25-1,0 75 17,-25-24-17,24 24 63,-24-25-62</inkml:trace>
  <inkml:trace contextRef="#ctx0" brushRef="#br0" timeOffset="68668.3838">4068 2480 0,'25'0'78,"25"0"-47,-25 0-31,24 0 32,-24 0 14</inkml:trace>
  <inkml:trace contextRef="#ctx0" brushRef="#br0" timeOffset="69448.5912">4093 2530 0,'25'0'78,"25"0"-62,-1 25-1,-24-25 1,0 0-16,0 0 16</inkml:trace>
  <inkml:trace contextRef="#ctx0" brushRef="#br0" timeOffset="72181.7309">4589 2480 0,'-25'0'125,"1"0"-109,-1 0 0,-50 75-1,1-26 1,74-24-16,-25 25 16,0-25-1,25 0 1,0-1 15,0 1 47,25-25-47,0 0-31,0 0 32,24 0-17,-24-25-15,0 1 16,0-76 0,0 75-1,24-24 1,-49-1-1,0 25 1,25-49 0,-25 49-16,0-24 15,0 24 1,0 0 0,0 0-16,0 0 15,0 1 1,0-1-1,0-25 17,-25 50 61,0 0-77,1 0 15,-1 25-15,0 25 0,25-26-1,0 26 1,0-25 15,0 24-15,0-24-16,25 0 15,0 25 1,-1-26 0,1 26-1,0-50-15,-25 25 16,25 0-1,-25-1 1,25-24-16,-1 0 16,1 25 15,0-25 0,0 0 0,0 0 32,-25-25 62,0 1-109,0-1-1,24 0 1,-24-25 62,0 26-78,0-1 16,0 0-1,-49 75 188,49-1-187,0-24 0,0 0-16,0 0 15,0-1 16,25 1 1,-1 0-17,1-25 1,0 0 31,-25 25-32,25-25 64</inkml:trace>
  <inkml:trace contextRef="#ctx0" brushRef="#br0" timeOffset="73167.0993">4812 2158 0</inkml:trace>
  <inkml:trace contextRef="#ctx0" brushRef="#br0" timeOffset="75877.2687">5036 2307 0,'-25'0'63,"0"25"-48,0-1 1,0 1-16,25 0 16,0 0-1,-24 0 1,24-1-1,0 1-15,0 0 32,24 0 46,1-25-47,0 0-31,0 0 47,0-25-16,-25 0-15,0 0-1,25 1 1,-25-1-16,0 0 31,0-25-15,0 26 0,0-1 77,0 74 64,0 1-142,24 0-15,1-26 16,-25 26-1,0 0 1,0-1 15,25 26-31,-25-50 32,0-1-17,0 1 1,0 0-1,0 0 1,-25-25 0,25 25-1,-25-25 1,-24 0 0,24 0-1,0 0 1,0 0 62,25-25-31,25 0-16,0-49-15,124-26-1,-124 51 1,-1 24 0,1 0-1,0-25-15,-25 26 16,25-1-1,0-25 1,-25 25-16,0 1 16,24-26-1,-24 25 1,25 0-16,-25 1 31,-25 48 157,1 26-173,-1-25 1,0 0 0,25-1-1,0 1 1,0 0 15,0 25-15,0-26 15,0 1 0,0 0 0,25-25-31</inkml:trace>
  <inkml:trace contextRef="#ctx0" brushRef="#br0" timeOffset="76508.5929">5433 2034 0</inkml:trace>
  <inkml:trace contextRef="#ctx0" brushRef="#br0" timeOffset="78761.577">5631 1935 0,'0'25'63,"0"49"-48,-25 25 1,0-24-16,25-1 16,0 0-1,-24 26 1,24-76 15,0 1-31,0 0 16,0 0 15,0 0-15,0-1 46,0-48 94,0-26-140,-25 50 0,25-50-1,0 26 16,0-26-15,-25 50 15,25-25-15,-25 25 15,0 0 47,1 0-31,-1 0 0,74-25 78,75 1-125,-24-26 16,-1 25-1,0 25 1,-74-25 0,0 25-16,-1 0 31,-24 25 125,-49-25-156,-1 50 16,25-25-1,1-1 1,-1 1 15,0 0 0,25 0-15,0 0 15,50-25 1,-26 24-17,26-24 1,-25 25-1,-25 0 95,0 0-110,0 0 15,0-1 1,-50 1 0,25 0-1,-24-25 1,24 0 46,-25 0-30,26 25-17</inkml:trace>
  <inkml:trace contextRef="#ctx0" brushRef="#br0" timeOffset="79859.6455">6077 2629 0,'0'25'250,"0"0"-235,0 0 1,0 0 0,0-1-1,-24-24-15,24 25 31</inkml:trace>
  <inkml:trace contextRef="#ctx0" brushRef="#br0" timeOffset="81674.2092">6623 2332 0,'-25'0'140,"-24"0"-124,-1 0 15,1 24-15,24 1-16,0 0 15,0 0 1,0 0 0,25-1-1,0 1 1,0 0 31,25 0-16,0-25-31,0 0 16,0 0-1,-1 0 1,26 0-1,-25 0 1,0-25 0,-1-25-1,-24 1 1,0-26 0,0 26-16,25-1 15,-25-24 1,0 24-1,0-24 1,0 24-16,0 25 31,0 1 16,-49 24 63,24 0-17,0 49-77,25-24 0,0 25-1,0-26 1,0 1-1,0 0-15,0 25 16,0-26 0,25 26-1,-25-25 1,25 0 0,-1-1-1,-24 1 16,25-25-31,-25 25 16,0 0-16,25-25 16,0 0 15,-25 25-15,25-1 62</inkml:trace>
  <inkml:trace contextRef="#ctx0" brushRef="#br0" timeOffset="82538.2821">6747 2282 0,'25'0'47,"25"0"-16,-26 0-31,1-25 16,0 25 0,0-25-1</inkml:trace>
  <inkml:trace contextRef="#ctx0" brushRef="#br0" timeOffset="83950.1628">6822 2431 0,'-25'0'31,"50"0"251,-1 0-267,1 0 1,0 0 15,-25-25 78,25 25-93,0 0 47</inkml:trace>
  <inkml:trace contextRef="#ctx0" brushRef="#br0" timeOffset="85788.6043">7094 2084 0,'0'24'109,"0"1"-93,0 0 0,0 0-1,0 0-15,0 24 16,0 1-1,0-25 1,0-1 0,-24-24-16,48 0 140,1 0-124,0 0-16,0 0 16,0 0 15,0 0 31,-1-24-46,-24-1 31,0 0-32,0 0 1,0 0 15,0 1 47,0-1-46,0 50 140,0-1-157,0 26 1,0 0-1,0-1-15,0 1 16,0-25 0,0 24-1,0 26-15,0-51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0-08-25T05:15:24.5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20315 6325 0,'-24'0'32,"-1"0"46,99 0 16,25 0-94,25 0 15,75-25 1,-50 1-1,0-1-15,-100 25 16,-24 0 0,0-25-1</inkml:trace>
  <inkml:trace contextRef="#ctx0" brushRef="#br0" timeOffset="2091.3676">20241 6573 0,'124'-25'47,"-25"1"-47,75-26 16,-1 0-1,-24 1 1,-49 49-1,-26 0 1,-24-25-16,-50 0 203,-25 25-187,0 0-16,0 0 15,0-25 1,1 1 0,-26 24-1,25-25 1,0 25-16,25-25 16,-24 25-1,-1-25 141,-25 0-156,25 1 16,0 24 15,50 0 79,25 0-95,24 0 1,1 0 0,-26 24-16,1-24 31,0 25-31,-50 0 172,0 0-172,0 0 15,0 24 1,-50 1 0,25-25-1,-24 24-15,24-24 16,0 0-1,25 0 1,0-1 15,-25-24 32,25-24-32,-74-76-15,49 26-1,0 24 1,-25 26-16,50-1 16,0 0-1,-24 25 1,24-25 15</inkml:trace>
  <inkml:trace contextRef="#ctx0" brushRef="#br0" timeOffset="3931.3534">21655 5904 0,'-50'74'94,"1"25"-78,-1 25-16,0-25 15,50-24 1,0-26 0,0 1-1,0 0 1,50 24-16,-25-49 16,49 0-1,-24-25 1,-25 24-1,24-24 1,75 0 0,-74 0-1,-25-24 1,-1-26 0,1 0-16,-25-24 15,25 24 1,-25 1-1,0-1 1,0 1-16,-25-1 16,0 0-1,-24-24 1,24 49 0,0 0 15,0 25-16,25-24-15,-24 24 16,24-25 0,-25 25-1,0 0 17,0 0 421,0 0-360,1 0-77,-1 0 15,0 0 94</inkml:trace>
  <inkml:trace contextRef="#ctx0" brushRef="#br0" timeOffset="5115.2557">22548 5581 0,'0'25'94,"-25"24"-79,-25 1 1,26 0-16,-26 24 16,50 1-1,-50-26 1,26 26 0,24-1-16,-25 25 15,25-24 1,0-26-1,0 1 1,0 24 0,0-24-1,25 24-15,-1-24 16,1-1 0,99 75-1,-74-49 1,-1-25-1,51 24 1,-51-49-16,1 0 16,-1-1-1,-24-24 1,0 0 0</inkml:trace>
  <inkml:trace contextRef="#ctx0" brushRef="#br0" timeOffset="7024.7645">22969 6449 0,'0'-25'79,"-24"25"-64,-1-24-15,0 24 16,-25 0-1,1 0 1,24 0-16,0 0 16,-24 0-1,-1 0-15,25 24 16,25 1 0,-25-25-1,25 25-15,0 0 63,0 0-48,25-25 1,0 0 0,0 0-1,0 0-15,24 0 16,-24 0-1,0 0 1,0 0 0,-1 0-1,1 0-15,-25-25 32,25 0-17,0-25 1,-25 1-16,0-26 15,25 1 1,-25 24-16,0 1 16,0 24-1,0-25 1,-25 50-16,0-24 16,0 24-1,25-25 1,-25 0-1,1 25-15,-1-25 47,0 25-15,25 50 108,0-1-140,0 1 16,0 0-1,50-1 1,-26 26 0,26-26-16,-25-24 15,0 25 1,-1-50 0,1 49-1,0-49-15,0 25 16,-25 0 31,25 0 78</inkml:trace>
  <inkml:trace contextRef="#ctx0" brushRef="#br0" timeOffset="9219.9018">23094 6251 0,'24'0'94,"1"0"-79,0 25 1,0 24 0,0 1-16,-1-25 15,-24 49 1,0-49 15,0 0 32,0-50 77,0-25-124,0 25 0,0 1-1,0-1 1,0 0-1,0 0 17,0 0-17,25 25 17,-25-24-1,25 24-16,0 0 95,0 0-95,-1 24 17,-24 1-17,25 0 1,-25 0 31,0 0-32,0-1 1,25-24 15,-25 25 485,0 0-500,0 0-16</inkml:trace>
  <inkml:trace contextRef="#ctx0" brushRef="#br0" timeOffset="12039.6803">23366 5705 0,'-24'0'31,"-1"0"-16,0 0 1,50 0 187,0 0-187,24 25-16,-24 24 15,0-24 1,0 0 0,-25 0-1,24 0-15,-24 0 32,0-1-17,25 26 1,0-25-16,-25 0 15,0 24 1,0-24 0,25 0-16,0 24 15,-25-24 17,0 0-17,0 0-15,0 0 16,0-1-1,0 1 1,0 25 0,0-25-16,0-1 15,-25 1 1,25 0 0,-25 0-16,25 0 15,0-1 16,-25 1-31,25 0 16,-25-25 15,25 25-15,-24-25-16,24 49 16,-25-49-1,25 25 32,0 0 16,-25-25-1,25 25-46,-25-25 15,25 25 63,-25-25-63,25 24 16,-24-24 31,24 25 453,0 0-515,-25-25-16,0 0 62,25 25-30</inkml:trace>
  <inkml:trace contextRef="#ctx0" brushRef="#br0" timeOffset="43572.5307">21407 7913 0,'25'0'109,"24"0"-109,26 0 16,24-25-1,-25 0 1,1 0 0,-26 0-1,-24 25-15,0 0 32</inkml:trace>
  <inkml:trace contextRef="#ctx0" brushRef="#br0" timeOffset="44451.0073">21481 8136 0,'50'0'94,"24"-25"-94,1 25 15,-26-25 1,1 25 0,-25-24-1</inkml:trace>
  <inkml:trace contextRef="#ctx0" brushRef="#br0" timeOffset="45903.3444">22374 7689 0,'0'0'0,"-25"0"110,1 25-110,-26 25 15,25-25 1,0 24-1,-24 50 1,49-74 15,0 0-31,0 0 32,0 0-17,0 0 16,25-25-15,-1 0 0,1 24-1,25 1 1,-1-25 0,51 25-16,-76 0 15,26-25 1,0 0-1,-26 0 1,26 0-16,-25 0 16,0 0-1,-1 0 17,1-50-32,-25 25 15,0 1 1,0-26-1,0 25-15,0 0 16,0-24 0,0 24-1,0-25 17,-25 25-17,25 1 1,-24 24-1,-1-25-15,0 25 16,0-25 0,0 0-1,1 25 1,24-25-16,-25 25 16,0 0-1,0 0 1,-24 0-1,24 0 17,-25 0-32,25 0 31,1 0-15,-1 0 15</inkml:trace>
  <inkml:trace contextRef="#ctx0" brushRef="#br0" timeOffset="47212.2339">23342 7268 0,'-50'25'62,"0"-1"-62,26 26 16,-26-25 0,25 0-1,25-1 1,-25 1-1,25 0 1,-24 0 15,24 24-15,-25-49 0,25 25-1,0 0 1,0 0-1,-25 0 1,25-1 0,0 1 15,0 0-15,0 49-16,0-49 15,0 25 1,0-1 15,0-24-15,25 0 15,-25 0-15,49 0-1,-24 0 1,0-25-1,0 24 1,-25 1 0,25-25-16,-1 25 15,1-25 1,25 25 0,-25 0 15</inkml:trace>
  <inkml:trace contextRef="#ctx0" brushRef="#br0" timeOffset="49053.6285">23267 7516 0,'0'25'94,"0"-1"-78,25-24-1,-25 25 1,0 25 15,0-25-15,0-1-16,0 1 15,0 0 17,0 0-1,50-174 250,-50 99-281,24 1 16,-24 24-1,0 0 32,25 25-31,0 0 15,0 0-15,0-25-1,-1 25 110,-24 50-78,25 0-31,-25-26-16,0 26 31,25-25 0,-25 0-15,0-1 0,0 1-1,0 0 17</inkml:trace>
  <inkml:trace contextRef="#ctx0" brushRef="#br0" timeOffset="51357.7726">23515 7317 0,'25'0'187,"0"0"-155,0 0-17,-25 25 1,24 0 15,1-25 0,-25 25-15,25-25 15,-25 25-31,25-1 16,0 1 15,-25 0-15,0 0 31,0 0-32,0-1 1,0 1 15,0 0-31,0 0 16,0 0 15,0 24 0,0-24 1,0 0-1,0 0-31,-25-1 15,0 1 32,25 0-31,0 0 0,-25-25-1,25 25 1,-25-25 31,25 24-32,-24-24 48,24 25-32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63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 smtClean="0"/>
              <a:t>Lecture 01</a:t>
            </a:r>
            <a:br>
              <a:rPr lang="en-US" dirty="0" smtClean="0"/>
            </a:b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DA37-6BF5-4F75-B438-59F7269D5592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95B3-E764-439C-87AC-88F6C5F38BD2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E268-5929-4752-B652-0800A9810445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BD601-0399-4B94-8B3F-DCE0EDFF85E4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DD6F-F691-4066-B042-102890CCA6CB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48A8-E02B-433E-B767-E513AE7D9989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427B-EB62-43FE-A75C-834859F59C56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ACD5-90AD-4155-9B7A-52AF80027E7C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46BA7-19C7-4830-9F7A-670C80FC9666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16AE-679F-472D-81FA-247FEBCC9E2A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0724-73AD-46B9-BFB8-8CFD10D4A854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3790A-6BD6-40EC-A63A-C23EA9F5ADAE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customXml" Target="../ink/ink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Lecture 06</a:t>
            </a:r>
            <a:br>
              <a:rPr lang="en-US" dirty="0" smtClean="0"/>
            </a:br>
            <a:r>
              <a:rPr lang="en-US" sz="3200" dirty="0" smtClean="0"/>
              <a:t>Linear Time Sorting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5008609" cy="41116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CSE373: </a:t>
            </a:r>
            <a:r>
              <a:rPr lang="en-US" dirty="0"/>
              <a:t>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410824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52070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the sorting algorithms we have seen so far the worst-case running time is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O(n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n).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design a sorting algorithm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whose worst-case time complexity is less than O(n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n)?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Sorting Algorithms: Time Complexity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245157"/>
              </p:ext>
            </p:extLst>
          </p:nvPr>
        </p:nvGraphicFramePr>
        <p:xfrm>
          <a:off x="919218" y="2093686"/>
          <a:ext cx="746034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172">
                  <a:extLst>
                    <a:ext uri="{9D8B030D-6E8A-4147-A177-3AD203B41FA5}">
                      <a16:colId xmlns:a16="http://schemas.microsoft.com/office/drawing/2014/main" val="2393772834"/>
                    </a:ext>
                  </a:extLst>
                </a:gridCol>
                <a:gridCol w="3730172">
                  <a:extLst>
                    <a:ext uri="{9D8B030D-6E8A-4147-A177-3AD203B41FA5}">
                      <a16:colId xmlns:a16="http://schemas.microsoft.com/office/drawing/2014/main" val="1927182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Sorting Algorithm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 Case Time Complexity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120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 Sort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</a:t>
                      </a:r>
                      <a:r>
                        <a:rPr lang="en-US" sz="2200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00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</a:t>
                      </a:r>
                      <a:r>
                        <a:rPr lang="en-US" sz="2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Sort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lg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728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 Sort (randomized/not)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</a:t>
                      </a:r>
                      <a:r>
                        <a:rPr lang="en-US" sz="2200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62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 Sort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</a:t>
                      </a:r>
                      <a:r>
                        <a:rPr lang="en-US" sz="2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lg</a:t>
                      </a: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40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35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Formal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5" y="823688"/>
            <a:ext cx="8988425" cy="5806903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can be viewed as the process of determining the permutation that restores the order of input numbers.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Input: &lt;7,3,8&gt;    =&gt;   Output: &lt;3,7,8&gt;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consider only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sorts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algorithms that sort numbers based only on comparisons between input elements.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methods we have seen so far are all comparison sorts.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ask: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minimum number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comparisons must a comparison sort execute to sort an array of n elements?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35200" y="6031818"/>
            <a:ext cx="4804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answer this question, we need to learn about decision tree first.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57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Decision Tree for Comparison </a:t>
            </a:r>
            <a:r>
              <a:rPr lang="en-US" dirty="0"/>
              <a:t>Sorts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think of two outcomes in a comparison of two numbers a and b: a ≤ b and a &gt; b.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pair a comparison is done depends only on the outcomes of the comparisons that have been made so far.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for each n, the action of a comparison sort on an n-element array can be viewed as a binary tree such that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corresponds to a comparison and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leaf corresponds to the permutation that the algorithm outputs.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call such a tree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</a:p>
        </p:txBody>
      </p:sp>
    </p:spTree>
    <p:extLst>
      <p:ext uri="{BB962C8B-B14F-4D97-AF65-F5344CB8AC3E}">
        <p14:creationId xmlns:p14="http://schemas.microsoft.com/office/powerpoint/2010/main" val="302733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Decision Tree for Comparison </a:t>
            </a:r>
            <a:r>
              <a:rPr lang="en-US" dirty="0"/>
              <a:t>Sorts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5" y="939800"/>
            <a:ext cx="8797925" cy="1150257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binary decision tree for applying a comparison sort algorithm upon a 3-element array: A[1..3]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CS 311 #10: Theoretical Limits of Sorting, O(n) Sor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10" y="1843314"/>
            <a:ext cx="8561057" cy="370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56227" y="6032473"/>
            <a:ext cx="5994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you draw another decision tree for sorting a 3-element array?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4795200" y="3714840"/>
              <a:ext cx="1581120" cy="982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85840" y="3705480"/>
                <a:ext cx="1599840" cy="100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246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86" y="67549"/>
            <a:ext cx="6778172" cy="67904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82400" y="1062720"/>
              <a:ext cx="8599680" cy="57866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040" y="1053360"/>
                <a:ext cx="8618400" cy="580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775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Lower bound on Comparison </a:t>
            </a:r>
            <a:r>
              <a:rPr lang="en-US" dirty="0"/>
              <a:t>Sorts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 our question: what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minimum number of comparisons must a comparison sort execute to sort an array of n elements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comparison sort has the worst-case running time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less than O(n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Proof: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consider an n-element numeric array: A[1..n] and draw the binary decision tree that results from applying a comparison sort algorithm upon 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4313160" y="3866400"/>
              <a:ext cx="3179160" cy="179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03800" y="3857040"/>
                <a:ext cx="3197880" cy="19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761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Lower bound on Comparison </a:t>
            </a:r>
            <a:r>
              <a:rPr lang="en-US" dirty="0"/>
              <a:t>Sorts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minimum no. of comparisons (in the worst-case) done by this comparison-sort algorithm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the length of the longest path from root to a leaf node in the corresponding decision tree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height of the decision tree = h (let)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ICS 311 #10: Theoretical Limits of Sorting, O(n) Sor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82" y="3329217"/>
            <a:ext cx="6587076" cy="284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1000080" y="4009320"/>
              <a:ext cx="7921080" cy="26704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720" y="3999960"/>
                <a:ext cx="7939800" cy="268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241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Lower bound on Comparison </a:t>
            </a:r>
            <a:r>
              <a:rPr lang="en-US" dirty="0"/>
              <a:t>Sorts </a:t>
            </a:r>
          </a:p>
        </p:txBody>
      </p:sp>
      <p:pic>
        <p:nvPicPr>
          <p:cNvPr id="4" name="Picture 2" descr="ICS 311 #10: Theoretical Limits of Sorting, O(n) Sor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998" y="4397828"/>
            <a:ext cx="5152571" cy="246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5" y="751118"/>
            <a:ext cx="8797925" cy="6106881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Max. no. of leaves in a binary tree with height h, is 2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out binary decision tree contains exactly n! leaves.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n! ≤ 2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  <a:p>
            <a:pPr marL="457200" indent="-457200">
              <a:buFont typeface="Symbol" panose="05050102010706020507" pitchFamily="18" charset="2"/>
              <a:buChar char="Þ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!) ≤ h</a:t>
            </a:r>
          </a:p>
          <a:p>
            <a:pPr marL="457200" indent="-457200">
              <a:buFont typeface="Symbol" panose="05050102010706020507" pitchFamily="18" charset="2"/>
              <a:buChar char="Þ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 ≥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(n!) =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(n(n-1)(n-2) …. (n-(n/2-1)) ….   3.2.1)</a:t>
            </a:r>
          </a:p>
          <a:p>
            <a:pPr marL="457200" indent="-457200">
              <a:buFont typeface="Symbol" panose="05050102010706020507" pitchFamily="18" charset="2"/>
              <a:buChar char="Þ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(n(n-1)(n-2) …. (n-(n/2-1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Symbol" panose="05050102010706020507" pitchFamily="18" charset="2"/>
              <a:buChar char="Þ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≥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(n/2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(n/2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(n/2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)…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(n/2)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 (n/2)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n/2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(n/2)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(n/2)</a:t>
            </a:r>
          </a:p>
          <a:p>
            <a:pPr marL="457200" indent="-457200">
              <a:buFont typeface="Symbol" panose="05050102010706020507" pitchFamily="18" charset="2"/>
              <a:buChar char="Þ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≥ O(n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669143" y="3802744"/>
            <a:ext cx="4165601" cy="414624"/>
            <a:chOff x="1683657" y="4034973"/>
            <a:chExt cx="4165601" cy="41462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1683657" y="4034973"/>
              <a:ext cx="3715657" cy="1451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799772" y="4049487"/>
              <a:ext cx="40494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n/2 numbers, each of them ≥ n/2</a:t>
              </a:r>
              <a:endPara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/>
              <p14:cNvContentPartPr/>
              <p14:nvPr/>
            </p14:nvContentPartPr>
            <p14:xfrm>
              <a:off x="214560" y="1401840"/>
              <a:ext cx="8054640" cy="50191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200" y="1392480"/>
                <a:ext cx="8073360" cy="503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600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Lower bound on Comparison </a:t>
            </a:r>
            <a:r>
              <a:rPr lang="en-US" dirty="0"/>
              <a:t>Sorts </a:t>
            </a:r>
          </a:p>
        </p:txBody>
      </p:sp>
      <p:pic>
        <p:nvPicPr>
          <p:cNvPr id="4" name="Picture 2" descr="ICS 311 #10: Theoretical Limits of Sorting, O(n) Sor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07" y="3352800"/>
            <a:ext cx="8478659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5" y="751118"/>
            <a:ext cx="8797925" cy="2732311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minimum no. of comparisons (in the worst-case) done by this comparison-sort algorithm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O(n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the worst-case time-complexity of any comparison-sort is at least O(n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n) and as such it’s not possible to sort an n-element array in less than O(n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n) time.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8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01" y="116115"/>
            <a:ext cx="8315828" cy="65749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509200" y="5920560"/>
              <a:ext cx="3367080" cy="7592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9840" y="5911200"/>
                <a:ext cx="3385800" cy="77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936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30" y="110733"/>
            <a:ext cx="6342742" cy="65614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411280" y="509040"/>
              <a:ext cx="6706440" cy="49561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1920" y="499680"/>
                <a:ext cx="6725160" cy="497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695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579" y="1174976"/>
            <a:ext cx="5334906" cy="26278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978" y="4400096"/>
            <a:ext cx="5378451" cy="147171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Simulation of Counting Sort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265533"/>
              </p:ext>
            </p:extLst>
          </p:nvPr>
        </p:nvGraphicFramePr>
        <p:xfrm>
          <a:off x="5268686" y="2801257"/>
          <a:ext cx="177074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56">
                  <a:extLst>
                    <a:ext uri="{9D8B030D-6E8A-4147-A177-3AD203B41FA5}">
                      <a16:colId xmlns:a16="http://schemas.microsoft.com/office/drawing/2014/main" val="3737785374"/>
                    </a:ext>
                  </a:extLst>
                </a:gridCol>
                <a:gridCol w="362857">
                  <a:extLst>
                    <a:ext uri="{9D8B030D-6E8A-4147-A177-3AD203B41FA5}">
                      <a16:colId xmlns:a16="http://schemas.microsoft.com/office/drawing/2014/main" val="1462313239"/>
                    </a:ext>
                  </a:extLst>
                </a:gridCol>
                <a:gridCol w="348344">
                  <a:extLst>
                    <a:ext uri="{9D8B030D-6E8A-4147-A177-3AD203B41FA5}">
                      <a16:colId xmlns:a16="http://schemas.microsoft.com/office/drawing/2014/main" val="1659617586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183517406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69744759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pPr marL="0" indent="0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5984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911140"/>
              </p:ext>
            </p:extLst>
          </p:nvPr>
        </p:nvGraphicFramePr>
        <p:xfrm>
          <a:off x="1863849" y="2801257"/>
          <a:ext cx="18227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94">
                  <a:extLst>
                    <a:ext uri="{9D8B030D-6E8A-4147-A177-3AD203B41FA5}">
                      <a16:colId xmlns:a16="http://schemas.microsoft.com/office/drawing/2014/main" val="1844624160"/>
                    </a:ext>
                  </a:extLst>
                </a:gridCol>
                <a:gridCol w="372699">
                  <a:extLst>
                    <a:ext uri="{9D8B030D-6E8A-4147-A177-3AD203B41FA5}">
                      <a16:colId xmlns:a16="http://schemas.microsoft.com/office/drawing/2014/main" val="1020442971"/>
                    </a:ext>
                  </a:extLst>
                </a:gridCol>
                <a:gridCol w="345520">
                  <a:extLst>
                    <a:ext uri="{9D8B030D-6E8A-4147-A177-3AD203B41FA5}">
                      <a16:colId xmlns:a16="http://schemas.microsoft.com/office/drawing/2014/main" val="4112334012"/>
                    </a:ext>
                  </a:extLst>
                </a:gridCol>
                <a:gridCol w="318935">
                  <a:extLst>
                    <a:ext uri="{9D8B030D-6E8A-4147-A177-3AD203B41FA5}">
                      <a16:colId xmlns:a16="http://schemas.microsoft.com/office/drawing/2014/main" val="2812159427"/>
                    </a:ext>
                  </a:extLst>
                </a:gridCol>
                <a:gridCol w="252179">
                  <a:extLst>
                    <a:ext uri="{9D8B030D-6E8A-4147-A177-3AD203B41FA5}">
                      <a16:colId xmlns:a16="http://schemas.microsoft.com/office/drawing/2014/main" val="2264388410"/>
                    </a:ext>
                  </a:extLst>
                </a:gridCol>
                <a:gridCol w="220153">
                  <a:extLst>
                    <a:ext uri="{9D8B030D-6E8A-4147-A177-3AD203B41FA5}">
                      <a16:colId xmlns:a16="http://schemas.microsoft.com/office/drawing/2014/main" val="4258814390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2146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590269"/>
              </p:ext>
            </p:extLst>
          </p:nvPr>
        </p:nvGraphicFramePr>
        <p:xfrm>
          <a:off x="3787899" y="2801257"/>
          <a:ext cx="161141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77">
                  <a:extLst>
                    <a:ext uri="{9D8B030D-6E8A-4147-A177-3AD203B41FA5}">
                      <a16:colId xmlns:a16="http://schemas.microsoft.com/office/drawing/2014/main" val="1692249862"/>
                    </a:ext>
                  </a:extLst>
                </a:gridCol>
                <a:gridCol w="330873">
                  <a:extLst>
                    <a:ext uri="{9D8B030D-6E8A-4147-A177-3AD203B41FA5}">
                      <a16:colId xmlns:a16="http://schemas.microsoft.com/office/drawing/2014/main" val="295981393"/>
                    </a:ext>
                  </a:extLst>
                </a:gridCol>
                <a:gridCol w="226081">
                  <a:extLst>
                    <a:ext uri="{9D8B030D-6E8A-4147-A177-3AD203B41FA5}">
                      <a16:colId xmlns:a16="http://schemas.microsoft.com/office/drawing/2014/main" val="3262490064"/>
                    </a:ext>
                  </a:extLst>
                </a:gridCol>
                <a:gridCol w="387656">
                  <a:extLst>
                    <a:ext uri="{9D8B030D-6E8A-4147-A177-3AD203B41FA5}">
                      <a16:colId xmlns:a16="http://schemas.microsoft.com/office/drawing/2014/main" val="3037531288"/>
                    </a:ext>
                  </a:extLst>
                </a:gridCol>
                <a:gridCol w="388329">
                  <a:extLst>
                    <a:ext uri="{9D8B030D-6E8A-4147-A177-3AD203B41FA5}">
                      <a16:colId xmlns:a16="http://schemas.microsoft.com/office/drawing/2014/main" val="316923798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6251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81394" y="4516991"/>
            <a:ext cx="35137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endParaRPr lang="en-US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258278"/>
              </p:ext>
            </p:extLst>
          </p:nvPr>
        </p:nvGraphicFramePr>
        <p:xfrm>
          <a:off x="5217890" y="5740406"/>
          <a:ext cx="177074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56">
                  <a:extLst>
                    <a:ext uri="{9D8B030D-6E8A-4147-A177-3AD203B41FA5}">
                      <a16:colId xmlns:a16="http://schemas.microsoft.com/office/drawing/2014/main" val="3737785374"/>
                    </a:ext>
                  </a:extLst>
                </a:gridCol>
                <a:gridCol w="362857">
                  <a:extLst>
                    <a:ext uri="{9D8B030D-6E8A-4147-A177-3AD203B41FA5}">
                      <a16:colId xmlns:a16="http://schemas.microsoft.com/office/drawing/2014/main" val="1462313239"/>
                    </a:ext>
                  </a:extLst>
                </a:gridCol>
                <a:gridCol w="348344">
                  <a:extLst>
                    <a:ext uri="{9D8B030D-6E8A-4147-A177-3AD203B41FA5}">
                      <a16:colId xmlns:a16="http://schemas.microsoft.com/office/drawing/2014/main" val="1659617586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183517406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69744759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pPr marL="0" indent="0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5984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400479"/>
              </p:ext>
            </p:extLst>
          </p:nvPr>
        </p:nvGraphicFramePr>
        <p:xfrm>
          <a:off x="1784025" y="5740406"/>
          <a:ext cx="18227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94">
                  <a:extLst>
                    <a:ext uri="{9D8B030D-6E8A-4147-A177-3AD203B41FA5}">
                      <a16:colId xmlns:a16="http://schemas.microsoft.com/office/drawing/2014/main" val="1844624160"/>
                    </a:ext>
                  </a:extLst>
                </a:gridCol>
                <a:gridCol w="372699">
                  <a:extLst>
                    <a:ext uri="{9D8B030D-6E8A-4147-A177-3AD203B41FA5}">
                      <a16:colId xmlns:a16="http://schemas.microsoft.com/office/drawing/2014/main" val="1020442971"/>
                    </a:ext>
                  </a:extLst>
                </a:gridCol>
                <a:gridCol w="345520">
                  <a:extLst>
                    <a:ext uri="{9D8B030D-6E8A-4147-A177-3AD203B41FA5}">
                      <a16:colId xmlns:a16="http://schemas.microsoft.com/office/drawing/2014/main" val="4112334012"/>
                    </a:ext>
                  </a:extLst>
                </a:gridCol>
                <a:gridCol w="318935">
                  <a:extLst>
                    <a:ext uri="{9D8B030D-6E8A-4147-A177-3AD203B41FA5}">
                      <a16:colId xmlns:a16="http://schemas.microsoft.com/office/drawing/2014/main" val="2812159427"/>
                    </a:ext>
                  </a:extLst>
                </a:gridCol>
                <a:gridCol w="252179">
                  <a:extLst>
                    <a:ext uri="{9D8B030D-6E8A-4147-A177-3AD203B41FA5}">
                      <a16:colId xmlns:a16="http://schemas.microsoft.com/office/drawing/2014/main" val="2264388410"/>
                    </a:ext>
                  </a:extLst>
                </a:gridCol>
                <a:gridCol w="220153">
                  <a:extLst>
                    <a:ext uri="{9D8B030D-6E8A-4147-A177-3AD203B41FA5}">
                      <a16:colId xmlns:a16="http://schemas.microsoft.com/office/drawing/2014/main" val="4258814390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2146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809756"/>
              </p:ext>
            </p:extLst>
          </p:nvPr>
        </p:nvGraphicFramePr>
        <p:xfrm>
          <a:off x="3708075" y="5740406"/>
          <a:ext cx="161141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77">
                  <a:extLst>
                    <a:ext uri="{9D8B030D-6E8A-4147-A177-3AD203B41FA5}">
                      <a16:colId xmlns:a16="http://schemas.microsoft.com/office/drawing/2014/main" val="1692249862"/>
                    </a:ext>
                  </a:extLst>
                </a:gridCol>
                <a:gridCol w="330873">
                  <a:extLst>
                    <a:ext uri="{9D8B030D-6E8A-4147-A177-3AD203B41FA5}">
                      <a16:colId xmlns:a16="http://schemas.microsoft.com/office/drawing/2014/main" val="295981393"/>
                    </a:ext>
                  </a:extLst>
                </a:gridCol>
                <a:gridCol w="226081">
                  <a:extLst>
                    <a:ext uri="{9D8B030D-6E8A-4147-A177-3AD203B41FA5}">
                      <a16:colId xmlns:a16="http://schemas.microsoft.com/office/drawing/2014/main" val="3262490064"/>
                    </a:ext>
                  </a:extLst>
                </a:gridCol>
                <a:gridCol w="387656">
                  <a:extLst>
                    <a:ext uri="{9D8B030D-6E8A-4147-A177-3AD203B41FA5}">
                      <a16:colId xmlns:a16="http://schemas.microsoft.com/office/drawing/2014/main" val="3037531288"/>
                    </a:ext>
                  </a:extLst>
                </a:gridCol>
                <a:gridCol w="388329">
                  <a:extLst>
                    <a:ext uri="{9D8B030D-6E8A-4147-A177-3AD203B41FA5}">
                      <a16:colId xmlns:a16="http://schemas.microsoft.com/office/drawing/2014/main" val="316923798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6251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407884" y="127725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00630" y="22714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07889" y="307702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/>
              <p14:cNvContentPartPr/>
              <p14:nvPr/>
            </p14:nvContentPartPr>
            <p14:xfrm>
              <a:off x="1241280" y="1062720"/>
              <a:ext cx="5947560" cy="509904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1920" y="1053360"/>
                <a:ext cx="5966280" cy="511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514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Simulation of Counting Sort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219" y="1984832"/>
            <a:ext cx="5470296" cy="312009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937020"/>
              </p:ext>
            </p:extLst>
          </p:nvPr>
        </p:nvGraphicFramePr>
        <p:xfrm>
          <a:off x="5232404" y="3374579"/>
          <a:ext cx="177074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56">
                  <a:extLst>
                    <a:ext uri="{9D8B030D-6E8A-4147-A177-3AD203B41FA5}">
                      <a16:colId xmlns:a16="http://schemas.microsoft.com/office/drawing/2014/main" val="3737785374"/>
                    </a:ext>
                  </a:extLst>
                </a:gridCol>
                <a:gridCol w="362857">
                  <a:extLst>
                    <a:ext uri="{9D8B030D-6E8A-4147-A177-3AD203B41FA5}">
                      <a16:colId xmlns:a16="http://schemas.microsoft.com/office/drawing/2014/main" val="1462313239"/>
                    </a:ext>
                  </a:extLst>
                </a:gridCol>
                <a:gridCol w="348344">
                  <a:extLst>
                    <a:ext uri="{9D8B030D-6E8A-4147-A177-3AD203B41FA5}">
                      <a16:colId xmlns:a16="http://schemas.microsoft.com/office/drawing/2014/main" val="1659617586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183517406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69744759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pPr marL="0" indent="0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5984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274901"/>
              </p:ext>
            </p:extLst>
          </p:nvPr>
        </p:nvGraphicFramePr>
        <p:xfrm>
          <a:off x="1798539" y="3374579"/>
          <a:ext cx="18227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94">
                  <a:extLst>
                    <a:ext uri="{9D8B030D-6E8A-4147-A177-3AD203B41FA5}">
                      <a16:colId xmlns:a16="http://schemas.microsoft.com/office/drawing/2014/main" val="1844624160"/>
                    </a:ext>
                  </a:extLst>
                </a:gridCol>
                <a:gridCol w="372699">
                  <a:extLst>
                    <a:ext uri="{9D8B030D-6E8A-4147-A177-3AD203B41FA5}">
                      <a16:colId xmlns:a16="http://schemas.microsoft.com/office/drawing/2014/main" val="1020442971"/>
                    </a:ext>
                  </a:extLst>
                </a:gridCol>
                <a:gridCol w="345520">
                  <a:extLst>
                    <a:ext uri="{9D8B030D-6E8A-4147-A177-3AD203B41FA5}">
                      <a16:colId xmlns:a16="http://schemas.microsoft.com/office/drawing/2014/main" val="4112334012"/>
                    </a:ext>
                  </a:extLst>
                </a:gridCol>
                <a:gridCol w="318935">
                  <a:extLst>
                    <a:ext uri="{9D8B030D-6E8A-4147-A177-3AD203B41FA5}">
                      <a16:colId xmlns:a16="http://schemas.microsoft.com/office/drawing/2014/main" val="2812159427"/>
                    </a:ext>
                  </a:extLst>
                </a:gridCol>
                <a:gridCol w="252179">
                  <a:extLst>
                    <a:ext uri="{9D8B030D-6E8A-4147-A177-3AD203B41FA5}">
                      <a16:colId xmlns:a16="http://schemas.microsoft.com/office/drawing/2014/main" val="2264388410"/>
                    </a:ext>
                  </a:extLst>
                </a:gridCol>
                <a:gridCol w="220153">
                  <a:extLst>
                    <a:ext uri="{9D8B030D-6E8A-4147-A177-3AD203B41FA5}">
                      <a16:colId xmlns:a16="http://schemas.microsoft.com/office/drawing/2014/main" val="4258814390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2146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067380"/>
              </p:ext>
            </p:extLst>
          </p:nvPr>
        </p:nvGraphicFramePr>
        <p:xfrm>
          <a:off x="3722589" y="3374579"/>
          <a:ext cx="161141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77">
                  <a:extLst>
                    <a:ext uri="{9D8B030D-6E8A-4147-A177-3AD203B41FA5}">
                      <a16:colId xmlns:a16="http://schemas.microsoft.com/office/drawing/2014/main" val="1692249862"/>
                    </a:ext>
                  </a:extLst>
                </a:gridCol>
                <a:gridCol w="330873">
                  <a:extLst>
                    <a:ext uri="{9D8B030D-6E8A-4147-A177-3AD203B41FA5}">
                      <a16:colId xmlns:a16="http://schemas.microsoft.com/office/drawing/2014/main" val="295981393"/>
                    </a:ext>
                  </a:extLst>
                </a:gridCol>
                <a:gridCol w="226081">
                  <a:extLst>
                    <a:ext uri="{9D8B030D-6E8A-4147-A177-3AD203B41FA5}">
                      <a16:colId xmlns:a16="http://schemas.microsoft.com/office/drawing/2014/main" val="3262490064"/>
                    </a:ext>
                  </a:extLst>
                </a:gridCol>
                <a:gridCol w="387656">
                  <a:extLst>
                    <a:ext uri="{9D8B030D-6E8A-4147-A177-3AD203B41FA5}">
                      <a16:colId xmlns:a16="http://schemas.microsoft.com/office/drawing/2014/main" val="3037531288"/>
                    </a:ext>
                  </a:extLst>
                </a:gridCol>
                <a:gridCol w="388329">
                  <a:extLst>
                    <a:ext uri="{9D8B030D-6E8A-4147-A177-3AD203B41FA5}">
                      <a16:colId xmlns:a16="http://schemas.microsoft.com/office/drawing/2014/main" val="316923798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6251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210237"/>
              </p:ext>
            </p:extLst>
          </p:nvPr>
        </p:nvGraphicFramePr>
        <p:xfrm>
          <a:off x="5290460" y="4952528"/>
          <a:ext cx="177074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56">
                  <a:extLst>
                    <a:ext uri="{9D8B030D-6E8A-4147-A177-3AD203B41FA5}">
                      <a16:colId xmlns:a16="http://schemas.microsoft.com/office/drawing/2014/main" val="3737785374"/>
                    </a:ext>
                  </a:extLst>
                </a:gridCol>
                <a:gridCol w="362857">
                  <a:extLst>
                    <a:ext uri="{9D8B030D-6E8A-4147-A177-3AD203B41FA5}">
                      <a16:colId xmlns:a16="http://schemas.microsoft.com/office/drawing/2014/main" val="1462313239"/>
                    </a:ext>
                  </a:extLst>
                </a:gridCol>
                <a:gridCol w="348344">
                  <a:extLst>
                    <a:ext uri="{9D8B030D-6E8A-4147-A177-3AD203B41FA5}">
                      <a16:colId xmlns:a16="http://schemas.microsoft.com/office/drawing/2014/main" val="1659617586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183517406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69744759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pPr marL="0" indent="0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5984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699916"/>
              </p:ext>
            </p:extLst>
          </p:nvPr>
        </p:nvGraphicFramePr>
        <p:xfrm>
          <a:off x="1798539" y="4952528"/>
          <a:ext cx="18227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94">
                  <a:extLst>
                    <a:ext uri="{9D8B030D-6E8A-4147-A177-3AD203B41FA5}">
                      <a16:colId xmlns:a16="http://schemas.microsoft.com/office/drawing/2014/main" val="1844624160"/>
                    </a:ext>
                  </a:extLst>
                </a:gridCol>
                <a:gridCol w="372699">
                  <a:extLst>
                    <a:ext uri="{9D8B030D-6E8A-4147-A177-3AD203B41FA5}">
                      <a16:colId xmlns:a16="http://schemas.microsoft.com/office/drawing/2014/main" val="1020442971"/>
                    </a:ext>
                  </a:extLst>
                </a:gridCol>
                <a:gridCol w="345520">
                  <a:extLst>
                    <a:ext uri="{9D8B030D-6E8A-4147-A177-3AD203B41FA5}">
                      <a16:colId xmlns:a16="http://schemas.microsoft.com/office/drawing/2014/main" val="4112334012"/>
                    </a:ext>
                  </a:extLst>
                </a:gridCol>
                <a:gridCol w="318935">
                  <a:extLst>
                    <a:ext uri="{9D8B030D-6E8A-4147-A177-3AD203B41FA5}">
                      <a16:colId xmlns:a16="http://schemas.microsoft.com/office/drawing/2014/main" val="2812159427"/>
                    </a:ext>
                  </a:extLst>
                </a:gridCol>
                <a:gridCol w="252179">
                  <a:extLst>
                    <a:ext uri="{9D8B030D-6E8A-4147-A177-3AD203B41FA5}">
                      <a16:colId xmlns:a16="http://schemas.microsoft.com/office/drawing/2014/main" val="2264388410"/>
                    </a:ext>
                  </a:extLst>
                </a:gridCol>
                <a:gridCol w="220153">
                  <a:extLst>
                    <a:ext uri="{9D8B030D-6E8A-4147-A177-3AD203B41FA5}">
                      <a16:colId xmlns:a16="http://schemas.microsoft.com/office/drawing/2014/main" val="4258814390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2146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869555"/>
              </p:ext>
            </p:extLst>
          </p:nvPr>
        </p:nvGraphicFramePr>
        <p:xfrm>
          <a:off x="3722589" y="4952528"/>
          <a:ext cx="161141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77">
                  <a:extLst>
                    <a:ext uri="{9D8B030D-6E8A-4147-A177-3AD203B41FA5}">
                      <a16:colId xmlns:a16="http://schemas.microsoft.com/office/drawing/2014/main" val="1692249862"/>
                    </a:ext>
                  </a:extLst>
                </a:gridCol>
                <a:gridCol w="330873">
                  <a:extLst>
                    <a:ext uri="{9D8B030D-6E8A-4147-A177-3AD203B41FA5}">
                      <a16:colId xmlns:a16="http://schemas.microsoft.com/office/drawing/2014/main" val="295981393"/>
                    </a:ext>
                  </a:extLst>
                </a:gridCol>
                <a:gridCol w="226081">
                  <a:extLst>
                    <a:ext uri="{9D8B030D-6E8A-4147-A177-3AD203B41FA5}">
                      <a16:colId xmlns:a16="http://schemas.microsoft.com/office/drawing/2014/main" val="3262490064"/>
                    </a:ext>
                  </a:extLst>
                </a:gridCol>
                <a:gridCol w="387656">
                  <a:extLst>
                    <a:ext uri="{9D8B030D-6E8A-4147-A177-3AD203B41FA5}">
                      <a16:colId xmlns:a16="http://schemas.microsoft.com/office/drawing/2014/main" val="3037531288"/>
                    </a:ext>
                  </a:extLst>
                </a:gridCol>
                <a:gridCol w="388329">
                  <a:extLst>
                    <a:ext uri="{9D8B030D-6E8A-4147-A177-3AD203B41FA5}">
                      <a16:colId xmlns:a16="http://schemas.microsoft.com/office/drawing/2014/main" val="316923798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6251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437840" y="1875240"/>
              <a:ext cx="4858200" cy="30366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8480" y="1865880"/>
                <a:ext cx="4876920" cy="305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619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-41269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Simulation of Counting Sort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168" y="620490"/>
            <a:ext cx="5416572" cy="601979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302221"/>
              </p:ext>
            </p:extLst>
          </p:nvPr>
        </p:nvGraphicFramePr>
        <p:xfrm>
          <a:off x="5481511" y="1831964"/>
          <a:ext cx="177074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56">
                  <a:extLst>
                    <a:ext uri="{9D8B030D-6E8A-4147-A177-3AD203B41FA5}">
                      <a16:colId xmlns:a16="http://schemas.microsoft.com/office/drawing/2014/main" val="3737785374"/>
                    </a:ext>
                  </a:extLst>
                </a:gridCol>
                <a:gridCol w="362857">
                  <a:extLst>
                    <a:ext uri="{9D8B030D-6E8A-4147-A177-3AD203B41FA5}">
                      <a16:colId xmlns:a16="http://schemas.microsoft.com/office/drawing/2014/main" val="1462313239"/>
                    </a:ext>
                  </a:extLst>
                </a:gridCol>
                <a:gridCol w="348344">
                  <a:extLst>
                    <a:ext uri="{9D8B030D-6E8A-4147-A177-3AD203B41FA5}">
                      <a16:colId xmlns:a16="http://schemas.microsoft.com/office/drawing/2014/main" val="1659617586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183517406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69744759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pPr marL="0" indent="0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5984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52736"/>
              </p:ext>
            </p:extLst>
          </p:nvPr>
        </p:nvGraphicFramePr>
        <p:xfrm>
          <a:off x="1960562" y="1831964"/>
          <a:ext cx="18227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94">
                  <a:extLst>
                    <a:ext uri="{9D8B030D-6E8A-4147-A177-3AD203B41FA5}">
                      <a16:colId xmlns:a16="http://schemas.microsoft.com/office/drawing/2014/main" val="1844624160"/>
                    </a:ext>
                  </a:extLst>
                </a:gridCol>
                <a:gridCol w="372699">
                  <a:extLst>
                    <a:ext uri="{9D8B030D-6E8A-4147-A177-3AD203B41FA5}">
                      <a16:colId xmlns:a16="http://schemas.microsoft.com/office/drawing/2014/main" val="1020442971"/>
                    </a:ext>
                  </a:extLst>
                </a:gridCol>
                <a:gridCol w="345520">
                  <a:extLst>
                    <a:ext uri="{9D8B030D-6E8A-4147-A177-3AD203B41FA5}">
                      <a16:colId xmlns:a16="http://schemas.microsoft.com/office/drawing/2014/main" val="4112334012"/>
                    </a:ext>
                  </a:extLst>
                </a:gridCol>
                <a:gridCol w="318935">
                  <a:extLst>
                    <a:ext uri="{9D8B030D-6E8A-4147-A177-3AD203B41FA5}">
                      <a16:colId xmlns:a16="http://schemas.microsoft.com/office/drawing/2014/main" val="2812159427"/>
                    </a:ext>
                  </a:extLst>
                </a:gridCol>
                <a:gridCol w="252179">
                  <a:extLst>
                    <a:ext uri="{9D8B030D-6E8A-4147-A177-3AD203B41FA5}">
                      <a16:colId xmlns:a16="http://schemas.microsoft.com/office/drawing/2014/main" val="2264388410"/>
                    </a:ext>
                  </a:extLst>
                </a:gridCol>
                <a:gridCol w="220153">
                  <a:extLst>
                    <a:ext uri="{9D8B030D-6E8A-4147-A177-3AD203B41FA5}">
                      <a16:colId xmlns:a16="http://schemas.microsoft.com/office/drawing/2014/main" val="4258814390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2146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265045"/>
              </p:ext>
            </p:extLst>
          </p:nvPr>
        </p:nvGraphicFramePr>
        <p:xfrm>
          <a:off x="3884612" y="1831964"/>
          <a:ext cx="161141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77">
                  <a:extLst>
                    <a:ext uri="{9D8B030D-6E8A-4147-A177-3AD203B41FA5}">
                      <a16:colId xmlns:a16="http://schemas.microsoft.com/office/drawing/2014/main" val="1692249862"/>
                    </a:ext>
                  </a:extLst>
                </a:gridCol>
                <a:gridCol w="330873">
                  <a:extLst>
                    <a:ext uri="{9D8B030D-6E8A-4147-A177-3AD203B41FA5}">
                      <a16:colId xmlns:a16="http://schemas.microsoft.com/office/drawing/2014/main" val="295981393"/>
                    </a:ext>
                  </a:extLst>
                </a:gridCol>
                <a:gridCol w="226081">
                  <a:extLst>
                    <a:ext uri="{9D8B030D-6E8A-4147-A177-3AD203B41FA5}">
                      <a16:colId xmlns:a16="http://schemas.microsoft.com/office/drawing/2014/main" val="3262490064"/>
                    </a:ext>
                  </a:extLst>
                </a:gridCol>
                <a:gridCol w="387656">
                  <a:extLst>
                    <a:ext uri="{9D8B030D-6E8A-4147-A177-3AD203B41FA5}">
                      <a16:colId xmlns:a16="http://schemas.microsoft.com/office/drawing/2014/main" val="3037531288"/>
                    </a:ext>
                  </a:extLst>
                </a:gridCol>
                <a:gridCol w="388329">
                  <a:extLst>
                    <a:ext uri="{9D8B030D-6E8A-4147-A177-3AD203B41FA5}">
                      <a16:colId xmlns:a16="http://schemas.microsoft.com/office/drawing/2014/main" val="316923798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6251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287671"/>
              </p:ext>
            </p:extLst>
          </p:nvPr>
        </p:nvGraphicFramePr>
        <p:xfrm>
          <a:off x="5443715" y="3362752"/>
          <a:ext cx="177074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56">
                  <a:extLst>
                    <a:ext uri="{9D8B030D-6E8A-4147-A177-3AD203B41FA5}">
                      <a16:colId xmlns:a16="http://schemas.microsoft.com/office/drawing/2014/main" val="3737785374"/>
                    </a:ext>
                  </a:extLst>
                </a:gridCol>
                <a:gridCol w="362857">
                  <a:extLst>
                    <a:ext uri="{9D8B030D-6E8A-4147-A177-3AD203B41FA5}">
                      <a16:colId xmlns:a16="http://schemas.microsoft.com/office/drawing/2014/main" val="1462313239"/>
                    </a:ext>
                  </a:extLst>
                </a:gridCol>
                <a:gridCol w="348344">
                  <a:extLst>
                    <a:ext uri="{9D8B030D-6E8A-4147-A177-3AD203B41FA5}">
                      <a16:colId xmlns:a16="http://schemas.microsoft.com/office/drawing/2014/main" val="1659617586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183517406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69744759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pPr marL="0" indent="0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5984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536343"/>
              </p:ext>
            </p:extLst>
          </p:nvPr>
        </p:nvGraphicFramePr>
        <p:xfrm>
          <a:off x="1922766" y="3362752"/>
          <a:ext cx="18227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94">
                  <a:extLst>
                    <a:ext uri="{9D8B030D-6E8A-4147-A177-3AD203B41FA5}">
                      <a16:colId xmlns:a16="http://schemas.microsoft.com/office/drawing/2014/main" val="1844624160"/>
                    </a:ext>
                  </a:extLst>
                </a:gridCol>
                <a:gridCol w="372699">
                  <a:extLst>
                    <a:ext uri="{9D8B030D-6E8A-4147-A177-3AD203B41FA5}">
                      <a16:colId xmlns:a16="http://schemas.microsoft.com/office/drawing/2014/main" val="1020442971"/>
                    </a:ext>
                  </a:extLst>
                </a:gridCol>
                <a:gridCol w="345520">
                  <a:extLst>
                    <a:ext uri="{9D8B030D-6E8A-4147-A177-3AD203B41FA5}">
                      <a16:colId xmlns:a16="http://schemas.microsoft.com/office/drawing/2014/main" val="4112334012"/>
                    </a:ext>
                  </a:extLst>
                </a:gridCol>
                <a:gridCol w="318935">
                  <a:extLst>
                    <a:ext uri="{9D8B030D-6E8A-4147-A177-3AD203B41FA5}">
                      <a16:colId xmlns:a16="http://schemas.microsoft.com/office/drawing/2014/main" val="2812159427"/>
                    </a:ext>
                  </a:extLst>
                </a:gridCol>
                <a:gridCol w="252179">
                  <a:extLst>
                    <a:ext uri="{9D8B030D-6E8A-4147-A177-3AD203B41FA5}">
                      <a16:colId xmlns:a16="http://schemas.microsoft.com/office/drawing/2014/main" val="2264388410"/>
                    </a:ext>
                  </a:extLst>
                </a:gridCol>
                <a:gridCol w="220153">
                  <a:extLst>
                    <a:ext uri="{9D8B030D-6E8A-4147-A177-3AD203B41FA5}">
                      <a16:colId xmlns:a16="http://schemas.microsoft.com/office/drawing/2014/main" val="4258814390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2146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723563"/>
              </p:ext>
            </p:extLst>
          </p:nvPr>
        </p:nvGraphicFramePr>
        <p:xfrm>
          <a:off x="3846816" y="3362752"/>
          <a:ext cx="161141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77">
                  <a:extLst>
                    <a:ext uri="{9D8B030D-6E8A-4147-A177-3AD203B41FA5}">
                      <a16:colId xmlns:a16="http://schemas.microsoft.com/office/drawing/2014/main" val="1692249862"/>
                    </a:ext>
                  </a:extLst>
                </a:gridCol>
                <a:gridCol w="330873">
                  <a:extLst>
                    <a:ext uri="{9D8B030D-6E8A-4147-A177-3AD203B41FA5}">
                      <a16:colId xmlns:a16="http://schemas.microsoft.com/office/drawing/2014/main" val="295981393"/>
                    </a:ext>
                  </a:extLst>
                </a:gridCol>
                <a:gridCol w="226081">
                  <a:extLst>
                    <a:ext uri="{9D8B030D-6E8A-4147-A177-3AD203B41FA5}">
                      <a16:colId xmlns:a16="http://schemas.microsoft.com/office/drawing/2014/main" val="3262490064"/>
                    </a:ext>
                  </a:extLst>
                </a:gridCol>
                <a:gridCol w="387656">
                  <a:extLst>
                    <a:ext uri="{9D8B030D-6E8A-4147-A177-3AD203B41FA5}">
                      <a16:colId xmlns:a16="http://schemas.microsoft.com/office/drawing/2014/main" val="3037531288"/>
                    </a:ext>
                  </a:extLst>
                </a:gridCol>
                <a:gridCol w="388329">
                  <a:extLst>
                    <a:ext uri="{9D8B030D-6E8A-4147-A177-3AD203B41FA5}">
                      <a16:colId xmlns:a16="http://schemas.microsoft.com/office/drawing/2014/main" val="316923798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6251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498379"/>
              </p:ext>
            </p:extLst>
          </p:nvPr>
        </p:nvGraphicFramePr>
        <p:xfrm>
          <a:off x="5458229" y="4953412"/>
          <a:ext cx="177074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56">
                  <a:extLst>
                    <a:ext uri="{9D8B030D-6E8A-4147-A177-3AD203B41FA5}">
                      <a16:colId xmlns:a16="http://schemas.microsoft.com/office/drawing/2014/main" val="3737785374"/>
                    </a:ext>
                  </a:extLst>
                </a:gridCol>
                <a:gridCol w="362857">
                  <a:extLst>
                    <a:ext uri="{9D8B030D-6E8A-4147-A177-3AD203B41FA5}">
                      <a16:colId xmlns:a16="http://schemas.microsoft.com/office/drawing/2014/main" val="1462313239"/>
                    </a:ext>
                  </a:extLst>
                </a:gridCol>
                <a:gridCol w="348344">
                  <a:extLst>
                    <a:ext uri="{9D8B030D-6E8A-4147-A177-3AD203B41FA5}">
                      <a16:colId xmlns:a16="http://schemas.microsoft.com/office/drawing/2014/main" val="1659617586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183517406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69744759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pPr marL="0" indent="0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5984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568620"/>
              </p:ext>
            </p:extLst>
          </p:nvPr>
        </p:nvGraphicFramePr>
        <p:xfrm>
          <a:off x="1937280" y="4953412"/>
          <a:ext cx="18227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94">
                  <a:extLst>
                    <a:ext uri="{9D8B030D-6E8A-4147-A177-3AD203B41FA5}">
                      <a16:colId xmlns:a16="http://schemas.microsoft.com/office/drawing/2014/main" val="1844624160"/>
                    </a:ext>
                  </a:extLst>
                </a:gridCol>
                <a:gridCol w="372699">
                  <a:extLst>
                    <a:ext uri="{9D8B030D-6E8A-4147-A177-3AD203B41FA5}">
                      <a16:colId xmlns:a16="http://schemas.microsoft.com/office/drawing/2014/main" val="1020442971"/>
                    </a:ext>
                  </a:extLst>
                </a:gridCol>
                <a:gridCol w="345520">
                  <a:extLst>
                    <a:ext uri="{9D8B030D-6E8A-4147-A177-3AD203B41FA5}">
                      <a16:colId xmlns:a16="http://schemas.microsoft.com/office/drawing/2014/main" val="4112334012"/>
                    </a:ext>
                  </a:extLst>
                </a:gridCol>
                <a:gridCol w="318935">
                  <a:extLst>
                    <a:ext uri="{9D8B030D-6E8A-4147-A177-3AD203B41FA5}">
                      <a16:colId xmlns:a16="http://schemas.microsoft.com/office/drawing/2014/main" val="2812159427"/>
                    </a:ext>
                  </a:extLst>
                </a:gridCol>
                <a:gridCol w="252179">
                  <a:extLst>
                    <a:ext uri="{9D8B030D-6E8A-4147-A177-3AD203B41FA5}">
                      <a16:colId xmlns:a16="http://schemas.microsoft.com/office/drawing/2014/main" val="2264388410"/>
                    </a:ext>
                  </a:extLst>
                </a:gridCol>
                <a:gridCol w="220153">
                  <a:extLst>
                    <a:ext uri="{9D8B030D-6E8A-4147-A177-3AD203B41FA5}">
                      <a16:colId xmlns:a16="http://schemas.microsoft.com/office/drawing/2014/main" val="4258814390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2146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19373"/>
              </p:ext>
            </p:extLst>
          </p:nvPr>
        </p:nvGraphicFramePr>
        <p:xfrm>
          <a:off x="3861330" y="4953412"/>
          <a:ext cx="161141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77">
                  <a:extLst>
                    <a:ext uri="{9D8B030D-6E8A-4147-A177-3AD203B41FA5}">
                      <a16:colId xmlns:a16="http://schemas.microsoft.com/office/drawing/2014/main" val="1692249862"/>
                    </a:ext>
                  </a:extLst>
                </a:gridCol>
                <a:gridCol w="330873">
                  <a:extLst>
                    <a:ext uri="{9D8B030D-6E8A-4147-A177-3AD203B41FA5}">
                      <a16:colId xmlns:a16="http://schemas.microsoft.com/office/drawing/2014/main" val="295981393"/>
                    </a:ext>
                  </a:extLst>
                </a:gridCol>
                <a:gridCol w="226081">
                  <a:extLst>
                    <a:ext uri="{9D8B030D-6E8A-4147-A177-3AD203B41FA5}">
                      <a16:colId xmlns:a16="http://schemas.microsoft.com/office/drawing/2014/main" val="3262490064"/>
                    </a:ext>
                  </a:extLst>
                </a:gridCol>
                <a:gridCol w="387656">
                  <a:extLst>
                    <a:ext uri="{9D8B030D-6E8A-4147-A177-3AD203B41FA5}">
                      <a16:colId xmlns:a16="http://schemas.microsoft.com/office/drawing/2014/main" val="3037531288"/>
                    </a:ext>
                  </a:extLst>
                </a:gridCol>
                <a:gridCol w="388329">
                  <a:extLst>
                    <a:ext uri="{9D8B030D-6E8A-4147-A177-3AD203B41FA5}">
                      <a16:colId xmlns:a16="http://schemas.microsoft.com/office/drawing/2014/main" val="316923798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6251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541871"/>
              </p:ext>
            </p:extLst>
          </p:nvPr>
        </p:nvGraphicFramePr>
        <p:xfrm>
          <a:off x="5452483" y="6487889"/>
          <a:ext cx="177074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56">
                  <a:extLst>
                    <a:ext uri="{9D8B030D-6E8A-4147-A177-3AD203B41FA5}">
                      <a16:colId xmlns:a16="http://schemas.microsoft.com/office/drawing/2014/main" val="3737785374"/>
                    </a:ext>
                  </a:extLst>
                </a:gridCol>
                <a:gridCol w="362857">
                  <a:extLst>
                    <a:ext uri="{9D8B030D-6E8A-4147-A177-3AD203B41FA5}">
                      <a16:colId xmlns:a16="http://schemas.microsoft.com/office/drawing/2014/main" val="1462313239"/>
                    </a:ext>
                  </a:extLst>
                </a:gridCol>
                <a:gridCol w="348344">
                  <a:extLst>
                    <a:ext uri="{9D8B030D-6E8A-4147-A177-3AD203B41FA5}">
                      <a16:colId xmlns:a16="http://schemas.microsoft.com/office/drawing/2014/main" val="1659617586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183517406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69744759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pPr marL="0" indent="0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5984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372821"/>
              </p:ext>
            </p:extLst>
          </p:nvPr>
        </p:nvGraphicFramePr>
        <p:xfrm>
          <a:off x="1931534" y="6487889"/>
          <a:ext cx="18227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94">
                  <a:extLst>
                    <a:ext uri="{9D8B030D-6E8A-4147-A177-3AD203B41FA5}">
                      <a16:colId xmlns:a16="http://schemas.microsoft.com/office/drawing/2014/main" val="1844624160"/>
                    </a:ext>
                  </a:extLst>
                </a:gridCol>
                <a:gridCol w="372699">
                  <a:extLst>
                    <a:ext uri="{9D8B030D-6E8A-4147-A177-3AD203B41FA5}">
                      <a16:colId xmlns:a16="http://schemas.microsoft.com/office/drawing/2014/main" val="1020442971"/>
                    </a:ext>
                  </a:extLst>
                </a:gridCol>
                <a:gridCol w="345520">
                  <a:extLst>
                    <a:ext uri="{9D8B030D-6E8A-4147-A177-3AD203B41FA5}">
                      <a16:colId xmlns:a16="http://schemas.microsoft.com/office/drawing/2014/main" val="4112334012"/>
                    </a:ext>
                  </a:extLst>
                </a:gridCol>
                <a:gridCol w="318935">
                  <a:extLst>
                    <a:ext uri="{9D8B030D-6E8A-4147-A177-3AD203B41FA5}">
                      <a16:colId xmlns:a16="http://schemas.microsoft.com/office/drawing/2014/main" val="2812159427"/>
                    </a:ext>
                  </a:extLst>
                </a:gridCol>
                <a:gridCol w="252179">
                  <a:extLst>
                    <a:ext uri="{9D8B030D-6E8A-4147-A177-3AD203B41FA5}">
                      <a16:colId xmlns:a16="http://schemas.microsoft.com/office/drawing/2014/main" val="2264388410"/>
                    </a:ext>
                  </a:extLst>
                </a:gridCol>
                <a:gridCol w="220153">
                  <a:extLst>
                    <a:ext uri="{9D8B030D-6E8A-4147-A177-3AD203B41FA5}">
                      <a16:colId xmlns:a16="http://schemas.microsoft.com/office/drawing/2014/main" val="4258814390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21467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845740"/>
              </p:ext>
            </p:extLst>
          </p:nvPr>
        </p:nvGraphicFramePr>
        <p:xfrm>
          <a:off x="3855584" y="6487889"/>
          <a:ext cx="161141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77">
                  <a:extLst>
                    <a:ext uri="{9D8B030D-6E8A-4147-A177-3AD203B41FA5}">
                      <a16:colId xmlns:a16="http://schemas.microsoft.com/office/drawing/2014/main" val="1692249862"/>
                    </a:ext>
                  </a:extLst>
                </a:gridCol>
                <a:gridCol w="330873">
                  <a:extLst>
                    <a:ext uri="{9D8B030D-6E8A-4147-A177-3AD203B41FA5}">
                      <a16:colId xmlns:a16="http://schemas.microsoft.com/office/drawing/2014/main" val="295981393"/>
                    </a:ext>
                  </a:extLst>
                </a:gridCol>
                <a:gridCol w="226081">
                  <a:extLst>
                    <a:ext uri="{9D8B030D-6E8A-4147-A177-3AD203B41FA5}">
                      <a16:colId xmlns:a16="http://schemas.microsoft.com/office/drawing/2014/main" val="3262490064"/>
                    </a:ext>
                  </a:extLst>
                </a:gridCol>
                <a:gridCol w="387656">
                  <a:extLst>
                    <a:ext uri="{9D8B030D-6E8A-4147-A177-3AD203B41FA5}">
                      <a16:colId xmlns:a16="http://schemas.microsoft.com/office/drawing/2014/main" val="3037531288"/>
                    </a:ext>
                  </a:extLst>
                </a:gridCol>
                <a:gridCol w="388329">
                  <a:extLst>
                    <a:ext uri="{9D8B030D-6E8A-4147-A177-3AD203B41FA5}">
                      <a16:colId xmlns:a16="http://schemas.microsoft.com/office/drawing/2014/main" val="3169237986"/>
                    </a:ext>
                  </a:extLst>
                </a:gridCol>
              </a:tblGrid>
              <a:tr h="2785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11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6251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/>
              <p14:cNvContentPartPr/>
              <p14:nvPr/>
            </p14:nvContentPartPr>
            <p14:xfrm>
              <a:off x="1562760" y="589320"/>
              <a:ext cx="4920840" cy="4670640"/>
            </p14:xfrm>
          </p:contentPart>
        </mc:Choice>
        <mc:Fallback>
          <p:pic>
            <p:nvPicPr>
              <p:cNvPr id="17" name="Ink 1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3400" y="579960"/>
                <a:ext cx="4939560" cy="46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061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30" y="566810"/>
            <a:ext cx="6081484" cy="629119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55575" y="-41269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Time Complexity </a:t>
            </a:r>
            <a:r>
              <a:rPr lang="en-US" dirty="0"/>
              <a:t>of Counting Sort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911499" y="1402741"/>
            <a:ext cx="894216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//O(k)</a:t>
            </a:r>
            <a:endParaRPr lang="en-US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0321" y="1816399"/>
            <a:ext cx="894216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//O(n)</a:t>
            </a:r>
            <a:endParaRPr lang="en-US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548627" y="3379472"/>
            <a:ext cx="894216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//O(k)</a:t>
            </a:r>
            <a:endParaRPr lang="en-US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371744" y="4533020"/>
            <a:ext cx="894216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//O(n)</a:t>
            </a:r>
            <a:endParaRPr lang="en-US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602374" y="6123939"/>
            <a:ext cx="894216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//O(n)</a:t>
            </a:r>
            <a:endParaRPr lang="en-US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50056" y="2969901"/>
            <a:ext cx="4164702" cy="3300271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time complexity of counting sort, T(n) = O(</a:t>
            </a:r>
            <a:r>
              <a:rPr lang="en-US" sz="2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n+k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where </a:t>
            </a:r>
          </a:p>
          <a:p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no. of elements in input array and</a:t>
            </a:r>
          </a:p>
          <a:p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= largest element in input array</a:t>
            </a:r>
          </a:p>
          <a:p>
            <a:endParaRPr lang="en-US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if k is O(n</a:t>
            </a:r>
            <a:r>
              <a:rPr lang="en-US" sz="2000" baseline="30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then T(n) = O(n</a:t>
            </a:r>
            <a:r>
              <a:rPr lang="en-US" sz="2000" baseline="30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i.e. counting sort is linear only when the largest element in input array is linear in order</a:t>
            </a:r>
          </a:p>
          <a:p>
            <a:endParaRPr lang="en-US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3205800" y="937440"/>
              <a:ext cx="205920" cy="540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6440" y="928080"/>
                <a:ext cx="224640" cy="7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949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1" y="188686"/>
            <a:ext cx="7219198" cy="328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7" y="372021"/>
            <a:ext cx="7871618" cy="559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1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5" y="130629"/>
            <a:ext cx="8301999" cy="56170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660960" y="205560"/>
              <a:ext cx="7197480" cy="50810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600" y="196200"/>
                <a:ext cx="7216200" cy="509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125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15" y="1405583"/>
            <a:ext cx="6100082" cy="31739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7286760" y="2009160"/>
              <a:ext cx="1250640" cy="9381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7400" y="1999800"/>
                <a:ext cx="1269360" cy="95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430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2" y="195493"/>
            <a:ext cx="7532914" cy="657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5" y="261257"/>
            <a:ext cx="8765028" cy="394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7830"/>
            <a:ext cx="8157029" cy="63677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3143" y="6432081"/>
            <a:ext cx="8055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Radix Sort Simulation (before sorting the buckets/linked-lists)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773717" y="798286"/>
            <a:ext cx="65314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.17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457374" y="812800"/>
            <a:ext cx="65314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.12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773717" y="1379562"/>
            <a:ext cx="65314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.26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5450117" y="1379562"/>
            <a:ext cx="65314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.21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7155545" y="1379562"/>
            <a:ext cx="65314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.23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3773717" y="4202591"/>
            <a:ext cx="65314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.78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5450117" y="4188077"/>
            <a:ext cx="65314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.72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6754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7830"/>
            <a:ext cx="8157029" cy="6367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143" y="6432081"/>
            <a:ext cx="8055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Radix Sort Simulation </a:t>
            </a:r>
            <a:r>
              <a:rPr lang="en-US" sz="2400" b="1" smtClean="0"/>
              <a:t>(after </a:t>
            </a:r>
            <a:r>
              <a:rPr lang="en-US" sz="2400" b="1" dirty="0" smtClean="0"/>
              <a:t>sorting the buckets/linked-lists)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1671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5327</TotalTime>
  <Words>837</Words>
  <Application>Microsoft Office PowerPoint</Application>
  <PresentationFormat>On-screen Show (4:3)</PresentationFormat>
  <Paragraphs>224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Aharoni</vt:lpstr>
      <vt:lpstr>Arial</vt:lpstr>
      <vt:lpstr>Arial Narrow</vt:lpstr>
      <vt:lpstr>Britannic Bold</vt:lpstr>
      <vt:lpstr>Calibri</vt:lpstr>
      <vt:lpstr>Calibri Light</vt:lpstr>
      <vt:lpstr>Courier New</vt:lpstr>
      <vt:lpstr>Gungsuh</vt:lpstr>
      <vt:lpstr>Impact</vt:lpstr>
      <vt:lpstr>Symbol</vt:lpstr>
      <vt:lpstr>Times New Roman</vt:lpstr>
      <vt:lpstr>Verdana</vt:lpstr>
      <vt:lpstr>Office Theme</vt:lpstr>
      <vt:lpstr>Lecture 06 Linear Time Sorting</vt:lpstr>
      <vt:lpstr>Sorting Algorithms: Time Complexity</vt:lpstr>
      <vt:lpstr>Formal Question</vt:lpstr>
      <vt:lpstr>Decision Tree for Comparison Sorts </vt:lpstr>
      <vt:lpstr>Decision Tree for Comparison Sorts </vt:lpstr>
      <vt:lpstr>PowerPoint Presentation</vt:lpstr>
      <vt:lpstr>Lower bound on Comparison Sorts </vt:lpstr>
      <vt:lpstr>Lower bound on Comparison Sorts </vt:lpstr>
      <vt:lpstr>Lower bound on Comparison Sorts </vt:lpstr>
      <vt:lpstr>Lower bound on Comparison Sorts </vt:lpstr>
      <vt:lpstr>PowerPoint Presentation</vt:lpstr>
      <vt:lpstr>PowerPoint Presentation</vt:lpstr>
      <vt:lpstr>Simulation of Counting Sort</vt:lpstr>
      <vt:lpstr>Simulation of Counting Sort</vt:lpstr>
      <vt:lpstr>Simulation of Counting Sort</vt:lpstr>
      <vt:lpstr>Time Complexity of Counting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Dell</cp:lastModifiedBy>
  <cp:revision>148</cp:revision>
  <dcterms:created xsi:type="dcterms:W3CDTF">2014-09-11T18:03:18Z</dcterms:created>
  <dcterms:modified xsi:type="dcterms:W3CDTF">2020-08-25T05:42:49Z</dcterms:modified>
</cp:coreProperties>
</file>