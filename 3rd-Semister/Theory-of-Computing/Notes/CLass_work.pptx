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7" r:id="rId1"/>
  </p:sldMasterIdLst>
  <p:notesMasterIdLst>
    <p:notesMasterId r:id="rId7"/>
  </p:notesMasterIdLst>
  <p:sldIdLst>
    <p:sldId id="256" r:id="rId2"/>
    <p:sldId id="374" r:id="rId3"/>
    <p:sldId id="376" r:id="rId4"/>
    <p:sldId id="377" r:id="rId5"/>
    <p:sldId id="30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0B88"/>
    <a:srgbClr val="F6CF0E"/>
    <a:srgbClr val="0066FF"/>
    <a:srgbClr val="9999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005" autoAdjust="0"/>
  </p:normalViewPr>
  <p:slideViewPr>
    <p:cSldViewPr>
      <p:cViewPr varScale="1">
        <p:scale>
          <a:sx n="65" d="100"/>
          <a:sy n="65" d="100"/>
        </p:scale>
        <p:origin x="-1268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0920C4-3BEC-4A06-B2CD-0765D8CE1CC4}" type="datetimeFigureOut">
              <a:rPr lang="en-US" smtClean="0"/>
              <a:pPr/>
              <a:t>2/19/2019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58F18-6771-4E4F-9059-661E9E85CE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0775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4CD3BD-D581-4369-8C04-F6C8C1C5C622}" type="slidenum">
              <a:rPr lang="en-US" altLang="en-US" sz="1300"/>
              <a:pPr/>
              <a:t>2</a:t>
            </a:fld>
            <a:endParaRPr lang="en-US" altLang="en-US" sz="13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="" xmlns:p14="http://schemas.microsoft.com/office/powerpoint/2010/main" val="2130732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9170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3151"/>
            <a:ext cx="8229600" cy="4872849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 marL="384048" indent="-182880"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</a:defRPr>
            </a:lvl2pPr>
            <a:lvl3pPr marL="566928" indent="-18288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43753" y="228600"/>
            <a:ext cx="8229600" cy="916375"/>
          </a:xfrm>
        </p:spPr>
        <p:txBody>
          <a:bodyPr/>
          <a:lstStyle>
            <a:lvl1pPr algn="ctr">
              <a:defRPr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6324600"/>
            <a:ext cx="9144000" cy="5334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0" y="6246424"/>
            <a:ext cx="9144000" cy="11627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 flipV="1">
            <a:off x="-31376" y="1136999"/>
            <a:ext cx="9175376" cy="109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6573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8965" y="6413748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28574"/>
            <a:ext cx="984019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901455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6472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3833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46263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894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22832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6502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62250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4832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86726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8036" y="2895600"/>
            <a:ext cx="7543800" cy="127711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Theory of Computing</a:t>
            </a:r>
            <a:r>
              <a:rPr lang="en-US" sz="44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44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44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SE-312</a:t>
            </a:r>
            <a:endParaRPr lang="en-US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28446"/>
            <a:ext cx="7543800" cy="1143000"/>
          </a:xfrm>
        </p:spPr>
        <p:txBody>
          <a:bodyPr>
            <a:normAutofit/>
          </a:bodyPr>
          <a:lstStyle/>
          <a:p>
            <a:pPr algn="ctr"/>
            <a:endParaRPr lang="en-US" b="1" cap="none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cap="none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Dr. </a:t>
            </a:r>
            <a:r>
              <a:rPr lang="en-US" b="1" cap="none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Naushin</a:t>
            </a:r>
            <a:r>
              <a:rPr lang="en-US" b="1" cap="none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cap="none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Nower</a:t>
            </a:r>
            <a:endParaRPr lang="en-US" b="1" cap="none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12834"/>
            <a:ext cx="9144000" cy="4572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429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Problem -1</a:t>
            </a:r>
            <a:endParaRPr lang="en-US" altLang="en-US" dirty="0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001000" cy="4876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Suppose we are told that the law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 smtClean="0"/>
              <a:t>(R + S)* = (R*S*)*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 smtClean="0"/>
              <a:t>	holds for regular expressions. How would we check that this claim is true?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en-US" sz="2400" dirty="0" smtClean="0"/>
              <a:t>Convert </a:t>
            </a:r>
            <a:r>
              <a:rPr lang="en-US" altLang="en-US" sz="2400" dirty="0" smtClean="0"/>
              <a:t>the RE’s to DFA’s and minimize the DFA’s to see if they are </a:t>
            </a:r>
            <a:r>
              <a:rPr lang="en-US" altLang="en-US" sz="2400" dirty="0" smtClean="0"/>
              <a:t>equivalent.</a:t>
            </a:r>
          </a:p>
          <a:p>
            <a:pPr>
              <a:buNone/>
            </a:pPr>
            <a:r>
              <a:rPr lang="en-US" altLang="en-US" dirty="0" smtClean="0"/>
              <a:t>We can substitute 0 for R and 1 for S.</a:t>
            </a:r>
          </a:p>
          <a:p>
            <a:pPr>
              <a:buNone/>
            </a:pPr>
            <a:r>
              <a:rPr lang="en-US" altLang="en-US" dirty="0" smtClean="0"/>
              <a:t>	The left side is clearly any sequence of 0's and 1's.  The right side also denotes any string of 0's and 1's, since 0 and 1 are each in L(0*1*). </a:t>
            </a:r>
          </a:p>
          <a:p>
            <a:pPr marL="457200" indent="-457200" eaLnBrk="1" hangingPunct="1">
              <a:lnSpc>
                <a:spcPct val="90000"/>
              </a:lnSpc>
              <a:buNone/>
            </a:pPr>
            <a:endParaRPr lang="en-US" altLang="en-US" sz="2400" dirty="0" smtClean="0"/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en-US" sz="2400" dirty="0" smtClean="0"/>
              <a:t> </a:t>
            </a:r>
            <a:endParaRPr lang="en-US" alt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0998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26" name="Picture 2" descr="https://www.cs.odu.edu/~toida/nerzic/390teched/figures/min-dfa-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057400"/>
            <a:ext cx="5562600" cy="3912678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57200" y="1295400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Let us try to minimize the number of states of the following DFA. 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6018" name="Picture 2" descr="https://www.cs.odu.edu/~toida/nerzic/390teched/figures/min-dfa-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676400"/>
            <a:ext cx="5181600" cy="42437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2743200"/>
            <a:ext cx="8229600" cy="916375"/>
          </a:xfrm>
        </p:spPr>
        <p:txBody>
          <a:bodyPr/>
          <a:lstStyle/>
          <a:p>
            <a:r>
              <a:rPr lang="en-US" dirty="0" smtClean="0"/>
              <a:t>Thank you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6799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1772</TotalTime>
  <Words>52</Words>
  <Application>Microsoft Office PowerPoint</Application>
  <PresentationFormat>On-screen Show (4:3)</PresentationFormat>
  <Paragraphs>22</Paragraphs>
  <Slides>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Retrospect</vt:lpstr>
      <vt:lpstr>Theory of Computing SE-312</vt:lpstr>
      <vt:lpstr>Problem -1</vt:lpstr>
      <vt:lpstr>Problem-2</vt:lpstr>
      <vt:lpstr>Solution -2</vt:lpstr>
      <vt:lpstr>Thank you 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Computing</dc:title>
  <dc:creator>Naushin</dc:creator>
  <cp:lastModifiedBy>user</cp:lastModifiedBy>
  <cp:revision>162</cp:revision>
  <dcterms:created xsi:type="dcterms:W3CDTF">2006-08-16T00:00:00Z</dcterms:created>
  <dcterms:modified xsi:type="dcterms:W3CDTF">2019-02-19T17:02:32Z</dcterms:modified>
</cp:coreProperties>
</file>