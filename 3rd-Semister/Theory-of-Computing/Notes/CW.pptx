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9K1UPopwp9AUJBloaOMGC3Oje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Work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Problem 1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228600" y="9144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Convert the following NFA to a regular expression 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47800"/>
            <a:ext cx="7467600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895600"/>
            <a:ext cx="7553325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2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Give NFAs with the specified number of states recognizing each of the following languages. In all cases, the alphabet is  = {0, 1}.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language {w ∈ ∗ | w contains the substring 0101, i.e., w = x0101y for some x, y ∈ ∗ } with five states.</a:t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648200"/>
            <a:ext cx="775335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3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the following regular expressions, write down three strings in the language generated by the expression, and give a short English description of the language. Assume P = {0, 1}.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(a) 0*10*10*10*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(Ans) 111, 0111, 01011, 010101; any string that has at least three 1’s.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Problem 4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304800" y="1143000"/>
            <a:ext cx="88392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each of the following problems construct a deterministic finite automaton which describes or recognizes the language given. The underlying alphabet is P = {0, 1}. Be sure to give DFAs and not NFAs.</a:t>
            </a:r>
            <a:endParaRPr/>
          </a:p>
          <a:p>
            <a:pPr indent="-514350" lvl="0" marL="51435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{ w | w has an even number of 1’s. }</a:t>
            </a:r>
            <a:endParaRPr/>
          </a:p>
          <a:p>
            <a:pPr indent="-514350" lvl="0" marL="51435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 { w | w has an even number of 0’s and odd number of 1’s. }</a:t>
            </a:r>
            <a:endParaRPr/>
          </a:p>
          <a:p>
            <a:pPr indent="-514350" lvl="0" marL="51435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 { w | w does not contain the substring 110. }</a:t>
            </a:r>
            <a:endParaRPr/>
          </a:p>
          <a:p>
            <a:pPr indent="-514350" lvl="0" marL="51435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 { w | w has exactly one occurrence of the substring 010. 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B)</a:t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133600"/>
            <a:ext cx="357187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4191000"/>
            <a:ext cx="33242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7" y="2043906"/>
            <a:ext cx="675322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